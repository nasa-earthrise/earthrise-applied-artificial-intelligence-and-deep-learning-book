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6858000" cx="12188950"/>
  <p:notesSz cx="6858000" cy="9144000"/>
  <p:embeddedFontLst>
    <p:embeddedFont>
      <p:font typeface="Roboto"/>
      <p:regular r:id="rId34"/>
      <p:bold r:id="rId35"/>
      <p:italic r:id="rId36"/>
      <p:boldItalic r:id="rId37"/>
    </p:embeddedFont>
    <p:embeddedFont>
      <p:font typeface="Poppins"/>
      <p:regular r:id="rId38"/>
      <p:bold r:id="rId39"/>
      <p:italic r:id="rId40"/>
      <p:boldItalic r:id="rId41"/>
    </p:embeddedFont>
    <p:embeddedFont>
      <p:font typeface="Roboto Condensed"/>
      <p:regular r:id="rId42"/>
      <p:bold r:id="rId43"/>
      <p:italic r:id="rId44"/>
      <p:boldItalic r:id="rId45"/>
    </p:embeddedFont>
    <p:embeddedFont>
      <p:font typeface="Roboto Light"/>
      <p:regular r:id="rId46"/>
      <p:bold r:id="rId47"/>
      <p:italic r:id="rId48"/>
      <p:boldItalic r:id="rId49"/>
    </p:embeddedFont>
    <p:embeddedFont>
      <p:font typeface="Open Sans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68">
          <p15:clr>
            <a:srgbClr val="9AA0A6"/>
          </p15:clr>
        </p15:guide>
      </p15:sldGuideLst>
    </p:ext>
    <p:ext uri="GoogleSlidesCustomDataVersion2">
      <go:slidesCustomData xmlns:go="http://customooxmlschemas.google.com/" r:id="rId54" roundtripDataSignature="AMtx7mgMnQyPdaaX6GOdmHh939M6iU7z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E31E26E-706C-4832-B977-FB85FF3386B1}">
  <a:tblStyle styleId="{BE31E26E-706C-4832-B977-FB85FF3386B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68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-italic.fntdata"/><Relationship Id="rId42" Type="http://schemas.openxmlformats.org/officeDocument/2006/relationships/font" Target="fonts/RobotoCondensed-regular.fntdata"/><Relationship Id="rId41" Type="http://schemas.openxmlformats.org/officeDocument/2006/relationships/font" Target="fonts/Poppins-boldItalic.fntdata"/><Relationship Id="rId44" Type="http://schemas.openxmlformats.org/officeDocument/2006/relationships/font" Target="fonts/RobotoCondensed-italic.fntdata"/><Relationship Id="rId43" Type="http://schemas.openxmlformats.org/officeDocument/2006/relationships/font" Target="fonts/RobotoCondensed-bold.fntdata"/><Relationship Id="rId46" Type="http://schemas.openxmlformats.org/officeDocument/2006/relationships/font" Target="fonts/RobotoLight-regular.fntdata"/><Relationship Id="rId45" Type="http://schemas.openxmlformats.org/officeDocument/2006/relationships/font" Target="fonts/RobotoCondensed-boldItalic.fntdata"/><Relationship Id="rId48" Type="http://schemas.openxmlformats.org/officeDocument/2006/relationships/font" Target="fonts/RobotoLight-italic.fntdata"/><Relationship Id="rId47" Type="http://schemas.openxmlformats.org/officeDocument/2006/relationships/font" Target="fonts/RobotoLight-bold.fntdata"/><Relationship Id="rId49" Type="http://schemas.openxmlformats.org/officeDocument/2006/relationships/font" Target="fonts/RobotoLight-boldItalic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font" Target="fonts/Roboto-bold.fntdata"/><Relationship Id="rId34" Type="http://schemas.openxmlformats.org/officeDocument/2006/relationships/font" Target="fonts/Roboto-regular.fntdata"/><Relationship Id="rId37" Type="http://schemas.openxmlformats.org/officeDocument/2006/relationships/font" Target="fonts/Roboto-boldItalic.fntdata"/><Relationship Id="rId36" Type="http://schemas.openxmlformats.org/officeDocument/2006/relationships/font" Target="fonts/Roboto-italic.fntdata"/><Relationship Id="rId39" Type="http://schemas.openxmlformats.org/officeDocument/2006/relationships/font" Target="fonts/Poppins-bold.fntdata"/><Relationship Id="rId38" Type="http://schemas.openxmlformats.org/officeDocument/2006/relationships/font" Target="fonts/Poppins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51" Type="http://schemas.openxmlformats.org/officeDocument/2006/relationships/font" Target="fonts/OpenSans-bold.fntdata"/><Relationship Id="rId50" Type="http://schemas.openxmlformats.org/officeDocument/2006/relationships/font" Target="fonts/OpenSans-regular.fntdata"/><Relationship Id="rId53" Type="http://schemas.openxmlformats.org/officeDocument/2006/relationships/font" Target="fonts/OpenSans-boldItalic.fntdata"/><Relationship Id="rId52" Type="http://schemas.openxmlformats.org/officeDocument/2006/relationships/font" Target="fonts/OpenSans-italic.fntdata"/><Relationship Id="rId54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1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0" name="Google Shape;109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6" name="Google Shape;10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3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2" name="Google Shape;1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4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8" name="Google Shape;1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5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5" name="Google Shape;1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6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0" name="Google Shape;1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7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8" name="Google Shape;11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8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5" name="Google Shape;115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9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3" name="Google Shape;11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1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1" name="Google Shape;11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11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8" name="Google Shape;11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1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0" name="Google Shape;119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13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6" name="Google Shape;119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14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6" name="Google Shape;120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15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2" name="Google Shape;121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16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9" name="Google Shape;121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17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6" name="Google Shape;122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18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3" name="Google Shape;123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19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0" name="Google Shape;124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2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6" name="Google Shape;124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21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3" name="Google Shape;125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2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1" name="Google Shape;126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23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8" name="Google Shape;126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24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4" name="Google Shape;127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25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2" name="Google Shape;128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26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8" name="Google Shape;128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27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4" name="Google Shape;129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7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10">
  <p:cSld name="TITLE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29"/>
          <p:cNvSpPr/>
          <p:nvPr/>
        </p:nvSpPr>
        <p:spPr>
          <a:xfrm>
            <a:off x="7853635" y="940067"/>
            <a:ext cx="4335300" cy="5918100"/>
          </a:xfrm>
          <a:prstGeom prst="roundRect">
            <a:avLst>
              <a:gd fmla="val 383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198" y="457193"/>
            <a:ext cx="1817381" cy="30935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9"/>
          <p:cNvSpPr txBox="1"/>
          <p:nvPr>
            <p:ph idx="1" type="subTitle"/>
          </p:nvPr>
        </p:nvSpPr>
        <p:spPr>
          <a:xfrm>
            <a:off x="457201" y="4375933"/>
            <a:ext cx="4852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" name="Google Shape;14;p29"/>
          <p:cNvSpPr txBox="1"/>
          <p:nvPr>
            <p:ph idx="2" type="subTitle"/>
          </p:nvPr>
        </p:nvSpPr>
        <p:spPr>
          <a:xfrm>
            <a:off x="463527" y="5815733"/>
            <a:ext cx="31752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oboto"/>
              <a:buNone/>
              <a:defRPr sz="1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" name="Google Shape;15;p29"/>
          <p:cNvSpPr txBox="1"/>
          <p:nvPr>
            <p:ph type="title"/>
          </p:nvPr>
        </p:nvSpPr>
        <p:spPr>
          <a:xfrm>
            <a:off x="457200" y="1828800"/>
            <a:ext cx="55290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300"/>
              <a:buFont typeface="Roboto Condensed"/>
              <a:buNone/>
              <a:defRPr b="1" sz="53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Key point 01">
  <p:cSld name="CUSTOM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0"/>
          <p:cNvSpPr txBox="1"/>
          <p:nvPr>
            <p:ph type="title"/>
          </p:nvPr>
        </p:nvSpPr>
        <p:spPr>
          <a:xfrm>
            <a:off x="457210" y="1591313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" name="Google Shape;18;p30"/>
          <p:cNvSpPr txBox="1"/>
          <p:nvPr>
            <p:ph idx="2" type="title"/>
          </p:nvPr>
        </p:nvSpPr>
        <p:spPr>
          <a:xfrm>
            <a:off x="457210" y="189732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19" name="Google Shape;19;p30"/>
          <p:cNvSpPr txBox="1"/>
          <p:nvPr>
            <p:ph idx="1" type="body"/>
          </p:nvPr>
        </p:nvSpPr>
        <p:spPr>
          <a:xfrm>
            <a:off x="457210" y="2924770"/>
            <a:ext cx="97731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20" name="Google Shape;20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199" y="457198"/>
            <a:ext cx="1377499" cy="23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age 01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1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31"/>
          <p:cNvSpPr/>
          <p:nvPr/>
        </p:nvSpPr>
        <p:spPr>
          <a:xfrm>
            <a:off x="6369273" y="3966833"/>
            <a:ext cx="5655900" cy="1857600"/>
          </a:xfrm>
          <a:prstGeom prst="roundRect">
            <a:avLst>
              <a:gd fmla="val 3583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" name="Google Shape;24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198" y="457193"/>
            <a:ext cx="1817381" cy="309356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1"/>
          <p:cNvSpPr txBox="1"/>
          <p:nvPr>
            <p:ph idx="1" type="subTitle"/>
          </p:nvPr>
        </p:nvSpPr>
        <p:spPr>
          <a:xfrm>
            <a:off x="6359646" y="2776880"/>
            <a:ext cx="4852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" name="Google Shape;26;p31"/>
          <p:cNvSpPr/>
          <p:nvPr/>
        </p:nvSpPr>
        <p:spPr>
          <a:xfrm>
            <a:off x="12997" y="4424500"/>
            <a:ext cx="12189000" cy="243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1"/>
          <p:cNvSpPr txBox="1"/>
          <p:nvPr>
            <p:ph type="title"/>
          </p:nvPr>
        </p:nvSpPr>
        <p:spPr>
          <a:xfrm>
            <a:off x="457200" y="1828800"/>
            <a:ext cx="55290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300"/>
              <a:buFont typeface="Roboto Condensed"/>
              <a:buNone/>
              <a:defRPr b="1" sz="53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FA7B17"/>
          </p15:clr>
        </p15:guide>
        <p15:guide id="2" orient="horz" pos="4032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Cover page 02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2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32"/>
          <p:cNvSpPr/>
          <p:nvPr/>
        </p:nvSpPr>
        <p:spPr>
          <a:xfrm>
            <a:off x="6359639" y="5000392"/>
            <a:ext cx="5218800" cy="1857600"/>
          </a:xfrm>
          <a:prstGeom prst="roundRect">
            <a:avLst>
              <a:gd fmla="val 3583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" name="Google Shape;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198" y="457193"/>
            <a:ext cx="1817381" cy="30935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2"/>
          <p:cNvSpPr/>
          <p:nvPr/>
        </p:nvSpPr>
        <p:spPr>
          <a:xfrm>
            <a:off x="7092075" y="100"/>
            <a:ext cx="51099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2"/>
          <p:cNvSpPr txBox="1"/>
          <p:nvPr/>
        </p:nvSpPr>
        <p:spPr>
          <a:xfrm>
            <a:off x="8538697" y="3168800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4" name="Google Shape;34;p32"/>
          <p:cNvSpPr txBox="1"/>
          <p:nvPr>
            <p:ph idx="1" type="subTitle"/>
          </p:nvPr>
        </p:nvSpPr>
        <p:spPr>
          <a:xfrm>
            <a:off x="457201" y="4375933"/>
            <a:ext cx="4852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" name="Google Shape;35;p32"/>
          <p:cNvSpPr txBox="1"/>
          <p:nvPr>
            <p:ph idx="2" type="subTitle"/>
          </p:nvPr>
        </p:nvSpPr>
        <p:spPr>
          <a:xfrm>
            <a:off x="463527" y="5815733"/>
            <a:ext cx="31752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oboto"/>
              <a:buNone/>
              <a:defRPr sz="1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" name="Google Shape;36;p32"/>
          <p:cNvSpPr txBox="1"/>
          <p:nvPr>
            <p:ph type="title"/>
          </p:nvPr>
        </p:nvSpPr>
        <p:spPr>
          <a:xfrm>
            <a:off x="457200" y="1828800"/>
            <a:ext cx="55290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300"/>
              <a:buFont typeface="Roboto Condensed"/>
              <a:buNone/>
              <a:defRPr b="1" sz="53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age 03" type="tx">
  <p:cSld name="TITLE_AND_BOD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3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" name="Google Shape;39;p33"/>
          <p:cNvSpPr/>
          <p:nvPr/>
        </p:nvSpPr>
        <p:spPr>
          <a:xfrm>
            <a:off x="7092086" y="4900617"/>
            <a:ext cx="5218800" cy="1857600"/>
          </a:xfrm>
          <a:prstGeom prst="roundRect">
            <a:avLst>
              <a:gd fmla="val 3583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33"/>
          <p:cNvSpPr/>
          <p:nvPr/>
        </p:nvSpPr>
        <p:spPr>
          <a:xfrm>
            <a:off x="8606280" y="1232033"/>
            <a:ext cx="3595500" cy="5033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3"/>
          <p:cNvSpPr txBox="1"/>
          <p:nvPr/>
        </p:nvSpPr>
        <p:spPr>
          <a:xfrm>
            <a:off x="9187534" y="3488633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42" name="Google Shape;42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198" y="457193"/>
            <a:ext cx="1817381" cy="309356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3"/>
          <p:cNvSpPr txBox="1"/>
          <p:nvPr>
            <p:ph idx="1" type="subTitle"/>
          </p:nvPr>
        </p:nvSpPr>
        <p:spPr>
          <a:xfrm>
            <a:off x="457201" y="4375933"/>
            <a:ext cx="4852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" name="Google Shape;44;p33"/>
          <p:cNvSpPr txBox="1"/>
          <p:nvPr>
            <p:ph idx="2" type="subTitle"/>
          </p:nvPr>
        </p:nvSpPr>
        <p:spPr>
          <a:xfrm>
            <a:off x="463527" y="5815733"/>
            <a:ext cx="31752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oboto"/>
              <a:buNone/>
              <a:defRPr sz="1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" name="Google Shape;45;p33"/>
          <p:cNvSpPr txBox="1"/>
          <p:nvPr>
            <p:ph type="title"/>
          </p:nvPr>
        </p:nvSpPr>
        <p:spPr>
          <a:xfrm>
            <a:off x="457200" y="1828800"/>
            <a:ext cx="55290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300"/>
              <a:buFont typeface="Roboto Condensed"/>
              <a:buNone/>
              <a:defRPr b="1" sz="53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age 04" type="twoColTx">
  <p:cSld name="TITLE_AND_TWO_COLUMN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4"/>
          <p:cNvSpPr/>
          <p:nvPr/>
        </p:nvSpPr>
        <p:spPr>
          <a:xfrm>
            <a:off x="7402086" y="4543201"/>
            <a:ext cx="5218800" cy="1857600"/>
          </a:xfrm>
          <a:prstGeom prst="roundRect">
            <a:avLst>
              <a:gd fmla="val 3583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4"/>
          <p:cNvSpPr/>
          <p:nvPr/>
        </p:nvSpPr>
        <p:spPr>
          <a:xfrm>
            <a:off x="9533648" y="1819233"/>
            <a:ext cx="2668200" cy="4188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4"/>
          <p:cNvSpPr/>
          <p:nvPr/>
        </p:nvSpPr>
        <p:spPr>
          <a:xfrm>
            <a:off x="6935198" y="1819233"/>
            <a:ext cx="2303100" cy="3407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4"/>
          <p:cNvSpPr txBox="1"/>
          <p:nvPr/>
        </p:nvSpPr>
        <p:spPr>
          <a:xfrm>
            <a:off x="6870214" y="3168800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1" name="Google Shape;51;p34"/>
          <p:cNvSpPr txBox="1"/>
          <p:nvPr/>
        </p:nvSpPr>
        <p:spPr>
          <a:xfrm>
            <a:off x="9651218" y="3653433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52" name="Google Shape;5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198" y="457193"/>
            <a:ext cx="1817381" cy="309356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4"/>
          <p:cNvSpPr txBox="1"/>
          <p:nvPr>
            <p:ph idx="1" type="subTitle"/>
          </p:nvPr>
        </p:nvSpPr>
        <p:spPr>
          <a:xfrm>
            <a:off x="457201" y="4375933"/>
            <a:ext cx="4852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" name="Google Shape;54;p34"/>
          <p:cNvSpPr txBox="1"/>
          <p:nvPr>
            <p:ph idx="2" type="subTitle"/>
          </p:nvPr>
        </p:nvSpPr>
        <p:spPr>
          <a:xfrm>
            <a:off x="463527" y="5815733"/>
            <a:ext cx="31752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oboto"/>
              <a:buNone/>
              <a:defRPr sz="1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5" name="Google Shape;55;p34"/>
          <p:cNvSpPr txBox="1"/>
          <p:nvPr>
            <p:ph type="title"/>
          </p:nvPr>
        </p:nvSpPr>
        <p:spPr>
          <a:xfrm>
            <a:off x="457200" y="1828800"/>
            <a:ext cx="55290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300"/>
              <a:buFont typeface="Roboto Condensed"/>
              <a:buNone/>
              <a:defRPr b="1" sz="53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 01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5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35"/>
          <p:cNvSpPr txBox="1"/>
          <p:nvPr/>
        </p:nvSpPr>
        <p:spPr>
          <a:xfrm>
            <a:off x="333263" y="305067"/>
            <a:ext cx="61884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Contents</a:t>
            </a:r>
            <a:endParaRPr b="1" i="0" sz="1600" u="none" cap="none" strike="noStrike">
              <a:solidFill>
                <a:srgbClr val="CF41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9" name="Google Shape;59;p35"/>
          <p:cNvSpPr txBox="1"/>
          <p:nvPr/>
        </p:nvSpPr>
        <p:spPr>
          <a:xfrm>
            <a:off x="301638" y="1574033"/>
            <a:ext cx="701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" sz="43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</a:t>
            </a:r>
            <a:endParaRPr b="1" i="0" sz="4300" u="none" cap="none" strike="noStrik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0" name="Google Shape;60;p35"/>
          <p:cNvSpPr/>
          <p:nvPr/>
        </p:nvSpPr>
        <p:spPr>
          <a:xfrm>
            <a:off x="479060" y="3024767"/>
            <a:ext cx="4781100" cy="24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5"/>
          <p:cNvSpPr txBox="1"/>
          <p:nvPr/>
        </p:nvSpPr>
        <p:spPr>
          <a:xfrm>
            <a:off x="301638" y="3333167"/>
            <a:ext cx="701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" sz="43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</a:t>
            </a:r>
            <a:endParaRPr b="1" i="0" sz="4300" u="none" cap="none" strike="noStrik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2" name="Google Shape;62;p35"/>
          <p:cNvSpPr/>
          <p:nvPr/>
        </p:nvSpPr>
        <p:spPr>
          <a:xfrm>
            <a:off x="479060" y="4768833"/>
            <a:ext cx="4781100" cy="24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5"/>
          <p:cNvSpPr txBox="1"/>
          <p:nvPr>
            <p:ph type="title"/>
          </p:nvPr>
        </p:nvSpPr>
        <p:spPr>
          <a:xfrm>
            <a:off x="818176" y="1636167"/>
            <a:ext cx="32832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Condensed"/>
              <a:buNone/>
              <a:defRPr b="1" sz="24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4" name="Google Shape;64;p35"/>
          <p:cNvSpPr txBox="1"/>
          <p:nvPr>
            <p:ph idx="2" type="title"/>
          </p:nvPr>
        </p:nvSpPr>
        <p:spPr>
          <a:xfrm>
            <a:off x="818176" y="3412398"/>
            <a:ext cx="32832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Condensed"/>
              <a:buNone/>
              <a:defRPr b="1" sz="24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5" name="Google Shape;65;p35"/>
          <p:cNvSpPr txBox="1"/>
          <p:nvPr>
            <p:ph idx="1" type="subTitle"/>
          </p:nvPr>
        </p:nvSpPr>
        <p:spPr>
          <a:xfrm>
            <a:off x="818176" y="2516573"/>
            <a:ext cx="44421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None/>
              <a:defRPr sz="1300">
                <a:solidFill>
                  <a:srgbClr val="999999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6" name="Google Shape;66;p35"/>
          <p:cNvSpPr txBox="1"/>
          <p:nvPr>
            <p:ph idx="3" type="subTitle"/>
          </p:nvPr>
        </p:nvSpPr>
        <p:spPr>
          <a:xfrm>
            <a:off x="818176" y="4267740"/>
            <a:ext cx="44421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None/>
              <a:defRPr sz="1300">
                <a:solidFill>
                  <a:srgbClr val="999999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7" name="Google Shape;67;p35"/>
          <p:cNvSpPr txBox="1"/>
          <p:nvPr/>
        </p:nvSpPr>
        <p:spPr>
          <a:xfrm>
            <a:off x="6227336" y="2484980"/>
            <a:ext cx="701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" sz="43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3</a:t>
            </a:r>
            <a:endParaRPr b="1" i="0" sz="4300" u="none" cap="none" strike="noStrik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8" name="Google Shape;68;p35"/>
          <p:cNvSpPr/>
          <p:nvPr/>
        </p:nvSpPr>
        <p:spPr>
          <a:xfrm>
            <a:off x="6404758" y="3935713"/>
            <a:ext cx="4781100" cy="24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5"/>
          <p:cNvSpPr txBox="1"/>
          <p:nvPr/>
        </p:nvSpPr>
        <p:spPr>
          <a:xfrm>
            <a:off x="6227336" y="4244113"/>
            <a:ext cx="701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" sz="43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4</a:t>
            </a:r>
            <a:endParaRPr b="1" i="0" sz="4300" u="none" cap="none" strike="noStrik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0" name="Google Shape;70;p35"/>
          <p:cNvSpPr/>
          <p:nvPr/>
        </p:nvSpPr>
        <p:spPr>
          <a:xfrm>
            <a:off x="6404758" y="5679780"/>
            <a:ext cx="4781100" cy="24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5"/>
          <p:cNvSpPr txBox="1"/>
          <p:nvPr>
            <p:ph idx="4" type="title"/>
          </p:nvPr>
        </p:nvSpPr>
        <p:spPr>
          <a:xfrm>
            <a:off x="6743873" y="2547100"/>
            <a:ext cx="34194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Condensed"/>
              <a:buNone/>
              <a:defRPr b="1" sz="24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72" name="Google Shape;72;p35"/>
          <p:cNvSpPr txBox="1"/>
          <p:nvPr>
            <p:ph idx="5" type="title"/>
          </p:nvPr>
        </p:nvSpPr>
        <p:spPr>
          <a:xfrm>
            <a:off x="6743873" y="4323332"/>
            <a:ext cx="34194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Condensed"/>
              <a:buNone/>
              <a:defRPr b="1" sz="24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73" name="Google Shape;73;p35"/>
          <p:cNvSpPr txBox="1"/>
          <p:nvPr>
            <p:ph idx="6" type="subTitle"/>
          </p:nvPr>
        </p:nvSpPr>
        <p:spPr>
          <a:xfrm>
            <a:off x="6743873" y="3427520"/>
            <a:ext cx="44421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None/>
              <a:defRPr sz="1300">
                <a:solidFill>
                  <a:srgbClr val="999999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4" name="Google Shape;74;p35"/>
          <p:cNvSpPr txBox="1"/>
          <p:nvPr>
            <p:ph idx="7" type="subTitle"/>
          </p:nvPr>
        </p:nvSpPr>
        <p:spPr>
          <a:xfrm>
            <a:off x="6743873" y="5178686"/>
            <a:ext cx="44421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None/>
              <a:defRPr sz="1300">
                <a:solidFill>
                  <a:srgbClr val="999999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 02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6"/>
          <p:cNvSpPr/>
          <p:nvPr/>
        </p:nvSpPr>
        <p:spPr>
          <a:xfrm>
            <a:off x="479042" y="3655667"/>
            <a:ext cx="11595900" cy="24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6"/>
          <p:cNvSpPr/>
          <p:nvPr/>
        </p:nvSpPr>
        <p:spPr>
          <a:xfrm>
            <a:off x="479042" y="6078667"/>
            <a:ext cx="11595900" cy="24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6"/>
          <p:cNvSpPr txBox="1"/>
          <p:nvPr/>
        </p:nvSpPr>
        <p:spPr>
          <a:xfrm>
            <a:off x="301619" y="1574033"/>
            <a:ext cx="701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" sz="43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</a:t>
            </a:r>
            <a:endParaRPr b="1" i="0" sz="4300" u="none" cap="none" strike="noStrik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9" name="Google Shape;79;p36"/>
          <p:cNvSpPr txBox="1"/>
          <p:nvPr>
            <p:ph type="title"/>
          </p:nvPr>
        </p:nvSpPr>
        <p:spPr>
          <a:xfrm>
            <a:off x="818157" y="1636167"/>
            <a:ext cx="38034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Condensed"/>
              <a:buNone/>
              <a:defRPr b="1" sz="24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80" name="Google Shape;80;p36"/>
          <p:cNvSpPr txBox="1"/>
          <p:nvPr>
            <p:ph idx="1" type="subTitle"/>
          </p:nvPr>
        </p:nvSpPr>
        <p:spPr>
          <a:xfrm>
            <a:off x="818157" y="2516573"/>
            <a:ext cx="44421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None/>
              <a:defRPr sz="1300">
                <a:solidFill>
                  <a:srgbClr val="999999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1" name="Google Shape;81;p36"/>
          <p:cNvSpPr txBox="1"/>
          <p:nvPr/>
        </p:nvSpPr>
        <p:spPr>
          <a:xfrm>
            <a:off x="301619" y="3921967"/>
            <a:ext cx="701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" sz="43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</a:t>
            </a:r>
            <a:endParaRPr b="1" i="0" sz="4300" u="none" cap="none" strike="noStrik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2" name="Google Shape;82;p36"/>
          <p:cNvSpPr txBox="1"/>
          <p:nvPr>
            <p:ph idx="2" type="title"/>
          </p:nvPr>
        </p:nvSpPr>
        <p:spPr>
          <a:xfrm>
            <a:off x="818157" y="4001200"/>
            <a:ext cx="31401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Condensed"/>
              <a:buNone/>
              <a:defRPr b="1" sz="24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83" name="Google Shape;83;p36"/>
          <p:cNvSpPr txBox="1"/>
          <p:nvPr>
            <p:ph idx="3" type="subTitle"/>
          </p:nvPr>
        </p:nvSpPr>
        <p:spPr>
          <a:xfrm>
            <a:off x="818157" y="4856540"/>
            <a:ext cx="44421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None/>
              <a:defRPr sz="1300">
                <a:solidFill>
                  <a:srgbClr val="999999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4" name="Google Shape;84;p36"/>
          <p:cNvSpPr txBox="1"/>
          <p:nvPr>
            <p:ph idx="4" type="title"/>
          </p:nvPr>
        </p:nvSpPr>
        <p:spPr>
          <a:xfrm>
            <a:off x="6674923" y="1719217"/>
            <a:ext cx="31401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Condensed"/>
              <a:buNone/>
              <a:defRPr b="1" sz="18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" name="Google Shape;85;p36"/>
          <p:cNvSpPr txBox="1"/>
          <p:nvPr>
            <p:ph idx="5" type="title"/>
          </p:nvPr>
        </p:nvSpPr>
        <p:spPr>
          <a:xfrm>
            <a:off x="6674923" y="2288667"/>
            <a:ext cx="31401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Condensed"/>
              <a:buNone/>
              <a:defRPr b="1" sz="18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" name="Google Shape;86;p36"/>
          <p:cNvSpPr txBox="1"/>
          <p:nvPr>
            <p:ph idx="6" type="title"/>
          </p:nvPr>
        </p:nvSpPr>
        <p:spPr>
          <a:xfrm>
            <a:off x="6674923" y="2822136"/>
            <a:ext cx="31401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Condensed"/>
              <a:buNone/>
              <a:defRPr b="1" sz="18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" name="Google Shape;87;p36"/>
          <p:cNvSpPr txBox="1"/>
          <p:nvPr/>
        </p:nvSpPr>
        <p:spPr>
          <a:xfrm>
            <a:off x="333263" y="305067"/>
            <a:ext cx="61884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Contents</a:t>
            </a:r>
            <a:endParaRPr b="1" i="0" sz="1600" u="none" cap="none" strike="noStrike">
              <a:solidFill>
                <a:srgbClr val="CF41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8" name="Google Shape;88;p36"/>
          <p:cNvSpPr txBox="1"/>
          <p:nvPr>
            <p:ph idx="7" type="subTitle"/>
          </p:nvPr>
        </p:nvSpPr>
        <p:spPr>
          <a:xfrm>
            <a:off x="6318699" y="1779200"/>
            <a:ext cx="32133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None/>
              <a:defRPr sz="1300">
                <a:solidFill>
                  <a:srgbClr val="999999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9" name="Google Shape;89;p36"/>
          <p:cNvSpPr txBox="1"/>
          <p:nvPr>
            <p:ph idx="8" type="subTitle"/>
          </p:nvPr>
        </p:nvSpPr>
        <p:spPr>
          <a:xfrm>
            <a:off x="6232001" y="2327442"/>
            <a:ext cx="44421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None/>
              <a:defRPr sz="1300">
                <a:solidFill>
                  <a:srgbClr val="999999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0" name="Google Shape;90;p36"/>
          <p:cNvSpPr txBox="1"/>
          <p:nvPr>
            <p:ph idx="9" type="subTitle"/>
          </p:nvPr>
        </p:nvSpPr>
        <p:spPr>
          <a:xfrm>
            <a:off x="6225176" y="2854017"/>
            <a:ext cx="44421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None/>
              <a:defRPr sz="1300">
                <a:solidFill>
                  <a:srgbClr val="999999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1" name="Google Shape;91;p36"/>
          <p:cNvSpPr txBox="1"/>
          <p:nvPr>
            <p:ph idx="13" type="title"/>
          </p:nvPr>
        </p:nvSpPr>
        <p:spPr>
          <a:xfrm>
            <a:off x="6674923" y="4011294"/>
            <a:ext cx="31401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Condensed"/>
              <a:buNone/>
              <a:defRPr b="1" sz="18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" name="Google Shape;92;p36"/>
          <p:cNvSpPr txBox="1"/>
          <p:nvPr>
            <p:ph idx="14" type="title"/>
          </p:nvPr>
        </p:nvSpPr>
        <p:spPr>
          <a:xfrm>
            <a:off x="6674923" y="4580744"/>
            <a:ext cx="31401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Condensed"/>
              <a:buNone/>
              <a:defRPr b="1" sz="18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" name="Google Shape;93;p36"/>
          <p:cNvSpPr txBox="1"/>
          <p:nvPr>
            <p:ph idx="15" type="title"/>
          </p:nvPr>
        </p:nvSpPr>
        <p:spPr>
          <a:xfrm>
            <a:off x="6674923" y="5114212"/>
            <a:ext cx="31401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Condensed"/>
              <a:buNone/>
              <a:defRPr b="1" sz="18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" name="Google Shape;94;p36"/>
          <p:cNvSpPr txBox="1"/>
          <p:nvPr>
            <p:ph idx="16" type="subTitle"/>
          </p:nvPr>
        </p:nvSpPr>
        <p:spPr>
          <a:xfrm>
            <a:off x="6232001" y="4071270"/>
            <a:ext cx="44421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None/>
              <a:defRPr sz="1300">
                <a:solidFill>
                  <a:srgbClr val="999999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5" name="Google Shape;95;p36"/>
          <p:cNvSpPr txBox="1"/>
          <p:nvPr>
            <p:ph idx="17" type="subTitle"/>
          </p:nvPr>
        </p:nvSpPr>
        <p:spPr>
          <a:xfrm>
            <a:off x="6232001" y="4619518"/>
            <a:ext cx="44421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None/>
              <a:defRPr sz="1300">
                <a:solidFill>
                  <a:srgbClr val="999999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6" name="Google Shape;96;p36"/>
          <p:cNvSpPr txBox="1"/>
          <p:nvPr>
            <p:ph idx="18" type="subTitle"/>
          </p:nvPr>
        </p:nvSpPr>
        <p:spPr>
          <a:xfrm>
            <a:off x="6225176" y="5146093"/>
            <a:ext cx="44421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None/>
              <a:defRPr sz="1300">
                <a:solidFill>
                  <a:srgbClr val="999999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496">
          <p15:clr>
            <a:srgbClr val="FA7B17"/>
          </p15:clr>
        </p15:guide>
        <p15:guide id="2" orient="horz" pos="2844">
          <p15:clr>
            <a:srgbClr val="FA7B17"/>
          </p15:clr>
        </p15:guide>
        <p15:guide id="3" orient="horz" pos="3179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 03">
  <p:cSld name="ONE_COLUMN_TEXT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7"/>
          <p:cNvSpPr/>
          <p:nvPr/>
        </p:nvSpPr>
        <p:spPr>
          <a:xfrm>
            <a:off x="479042" y="3655667"/>
            <a:ext cx="11595900" cy="24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7"/>
          <p:cNvSpPr/>
          <p:nvPr/>
        </p:nvSpPr>
        <p:spPr>
          <a:xfrm>
            <a:off x="479042" y="6078667"/>
            <a:ext cx="11595900" cy="24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7"/>
          <p:cNvSpPr txBox="1"/>
          <p:nvPr/>
        </p:nvSpPr>
        <p:spPr>
          <a:xfrm>
            <a:off x="301619" y="1574033"/>
            <a:ext cx="701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" sz="43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3</a:t>
            </a:r>
            <a:endParaRPr b="1" i="0" sz="4300" u="none" cap="none" strike="noStrik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1" name="Google Shape;101;p37"/>
          <p:cNvSpPr txBox="1"/>
          <p:nvPr>
            <p:ph type="title"/>
          </p:nvPr>
        </p:nvSpPr>
        <p:spPr>
          <a:xfrm>
            <a:off x="818157" y="1636167"/>
            <a:ext cx="38034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Condensed"/>
              <a:buNone/>
              <a:defRPr b="1" sz="24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2" name="Google Shape;102;p37"/>
          <p:cNvSpPr txBox="1"/>
          <p:nvPr>
            <p:ph idx="1" type="subTitle"/>
          </p:nvPr>
        </p:nvSpPr>
        <p:spPr>
          <a:xfrm>
            <a:off x="818157" y="2516573"/>
            <a:ext cx="44421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None/>
              <a:defRPr sz="1300">
                <a:solidFill>
                  <a:srgbClr val="999999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3" name="Google Shape;103;p37"/>
          <p:cNvSpPr txBox="1"/>
          <p:nvPr/>
        </p:nvSpPr>
        <p:spPr>
          <a:xfrm>
            <a:off x="301619" y="3921967"/>
            <a:ext cx="701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" sz="43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4</a:t>
            </a:r>
            <a:endParaRPr b="1" i="0" sz="4300" u="none" cap="none" strike="noStrik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4" name="Google Shape;104;p37"/>
          <p:cNvSpPr txBox="1"/>
          <p:nvPr>
            <p:ph idx="2" type="title"/>
          </p:nvPr>
        </p:nvSpPr>
        <p:spPr>
          <a:xfrm>
            <a:off x="818157" y="4001200"/>
            <a:ext cx="31401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Condensed"/>
              <a:buNone/>
              <a:defRPr b="1" sz="24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5" name="Google Shape;105;p37"/>
          <p:cNvSpPr txBox="1"/>
          <p:nvPr>
            <p:ph idx="3" type="subTitle"/>
          </p:nvPr>
        </p:nvSpPr>
        <p:spPr>
          <a:xfrm>
            <a:off x="818157" y="4856540"/>
            <a:ext cx="44421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None/>
              <a:defRPr sz="1300">
                <a:solidFill>
                  <a:srgbClr val="999999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6" name="Google Shape;106;p37"/>
          <p:cNvSpPr txBox="1"/>
          <p:nvPr/>
        </p:nvSpPr>
        <p:spPr>
          <a:xfrm>
            <a:off x="333263" y="305067"/>
            <a:ext cx="61884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Contents</a:t>
            </a:r>
            <a:endParaRPr b="1" i="0" sz="1600" u="none" cap="none" strike="noStrike">
              <a:solidFill>
                <a:srgbClr val="CF41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7" name="Google Shape;107;p37"/>
          <p:cNvSpPr txBox="1"/>
          <p:nvPr>
            <p:ph idx="4" type="title"/>
          </p:nvPr>
        </p:nvSpPr>
        <p:spPr>
          <a:xfrm>
            <a:off x="6674923" y="1719217"/>
            <a:ext cx="31401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Condensed"/>
              <a:buNone/>
              <a:defRPr b="1" sz="18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8" name="Google Shape;108;p37"/>
          <p:cNvSpPr txBox="1"/>
          <p:nvPr>
            <p:ph idx="5" type="title"/>
          </p:nvPr>
        </p:nvSpPr>
        <p:spPr>
          <a:xfrm>
            <a:off x="6674923" y="2288667"/>
            <a:ext cx="31401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Condensed"/>
              <a:buNone/>
              <a:defRPr b="1" sz="18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9" name="Google Shape;109;p37"/>
          <p:cNvSpPr txBox="1"/>
          <p:nvPr>
            <p:ph idx="6" type="title"/>
          </p:nvPr>
        </p:nvSpPr>
        <p:spPr>
          <a:xfrm>
            <a:off x="6674923" y="2822136"/>
            <a:ext cx="31401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Condensed"/>
              <a:buNone/>
              <a:defRPr b="1" sz="18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0" name="Google Shape;110;p37"/>
          <p:cNvSpPr txBox="1"/>
          <p:nvPr>
            <p:ph idx="7" type="subTitle"/>
          </p:nvPr>
        </p:nvSpPr>
        <p:spPr>
          <a:xfrm>
            <a:off x="6318699" y="1779200"/>
            <a:ext cx="32133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None/>
              <a:defRPr sz="1300">
                <a:solidFill>
                  <a:srgbClr val="999999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1" name="Google Shape;111;p37"/>
          <p:cNvSpPr txBox="1"/>
          <p:nvPr>
            <p:ph idx="8" type="subTitle"/>
          </p:nvPr>
        </p:nvSpPr>
        <p:spPr>
          <a:xfrm>
            <a:off x="6232001" y="2327442"/>
            <a:ext cx="44421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None/>
              <a:defRPr sz="1300">
                <a:solidFill>
                  <a:srgbClr val="999999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2" name="Google Shape;112;p37"/>
          <p:cNvSpPr txBox="1"/>
          <p:nvPr>
            <p:ph idx="9" type="subTitle"/>
          </p:nvPr>
        </p:nvSpPr>
        <p:spPr>
          <a:xfrm>
            <a:off x="6225176" y="2854017"/>
            <a:ext cx="44421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None/>
              <a:defRPr sz="1300">
                <a:solidFill>
                  <a:srgbClr val="999999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3" name="Google Shape;113;p37"/>
          <p:cNvSpPr txBox="1"/>
          <p:nvPr>
            <p:ph idx="13" type="title"/>
          </p:nvPr>
        </p:nvSpPr>
        <p:spPr>
          <a:xfrm>
            <a:off x="6674923" y="4011294"/>
            <a:ext cx="31401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Condensed"/>
              <a:buNone/>
              <a:defRPr b="1" sz="18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4" name="Google Shape;114;p37"/>
          <p:cNvSpPr txBox="1"/>
          <p:nvPr>
            <p:ph idx="14" type="title"/>
          </p:nvPr>
        </p:nvSpPr>
        <p:spPr>
          <a:xfrm>
            <a:off x="6674923" y="4580744"/>
            <a:ext cx="31401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Condensed"/>
              <a:buNone/>
              <a:defRPr b="1" sz="18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" name="Google Shape;115;p37"/>
          <p:cNvSpPr txBox="1"/>
          <p:nvPr>
            <p:ph idx="15" type="title"/>
          </p:nvPr>
        </p:nvSpPr>
        <p:spPr>
          <a:xfrm>
            <a:off x="6674923" y="5114212"/>
            <a:ext cx="31401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Condensed"/>
              <a:buNone/>
              <a:defRPr b="1" sz="18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6" name="Google Shape;116;p37"/>
          <p:cNvSpPr txBox="1"/>
          <p:nvPr>
            <p:ph idx="16" type="subTitle"/>
          </p:nvPr>
        </p:nvSpPr>
        <p:spPr>
          <a:xfrm>
            <a:off x="6232001" y="4071270"/>
            <a:ext cx="44421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None/>
              <a:defRPr sz="1300">
                <a:solidFill>
                  <a:srgbClr val="999999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7" name="Google Shape;117;p37"/>
          <p:cNvSpPr txBox="1"/>
          <p:nvPr>
            <p:ph idx="17" type="subTitle"/>
          </p:nvPr>
        </p:nvSpPr>
        <p:spPr>
          <a:xfrm>
            <a:off x="6232001" y="4619518"/>
            <a:ext cx="44421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None/>
              <a:defRPr sz="1300">
                <a:solidFill>
                  <a:srgbClr val="999999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8" name="Google Shape;118;p37"/>
          <p:cNvSpPr txBox="1"/>
          <p:nvPr>
            <p:ph idx="18" type="subTitle"/>
          </p:nvPr>
        </p:nvSpPr>
        <p:spPr>
          <a:xfrm>
            <a:off x="6225176" y="5146093"/>
            <a:ext cx="44421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None/>
              <a:defRPr sz="1300">
                <a:solidFill>
                  <a:srgbClr val="999999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496">
          <p15:clr>
            <a:srgbClr val="FA7B17"/>
          </p15:clr>
        </p15:guide>
        <p15:guide id="2" orient="horz" pos="2844">
          <p15:clr>
            <a:srgbClr val="FA7B17"/>
          </p15:clr>
        </p15:guide>
        <p15:guide id="3" orient="horz" pos="3179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01">
  <p:cSld name="SECTION_TITLE_AND_DESCRI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8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1" name="Google Shape;121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2561" y="441870"/>
            <a:ext cx="1817411" cy="309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38"/>
          <p:cNvPicPr preferRelativeResize="0"/>
          <p:nvPr/>
        </p:nvPicPr>
        <p:blipFill rotWithShape="1">
          <a:blip r:embed="rId3">
            <a:alphaModFix/>
          </a:blip>
          <a:srcRect b="12719" l="36241" r="36239" t="22753"/>
          <a:stretch/>
        </p:blipFill>
        <p:spPr>
          <a:xfrm flipH="1" rot="5400000">
            <a:off x="2664338" y="-2692002"/>
            <a:ext cx="6858005" cy="12242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198" y="457193"/>
            <a:ext cx="1817381" cy="30935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8"/>
          <p:cNvSpPr txBox="1"/>
          <p:nvPr>
            <p:ph idx="1" type="subTitle"/>
          </p:nvPr>
        </p:nvSpPr>
        <p:spPr>
          <a:xfrm>
            <a:off x="457201" y="4375933"/>
            <a:ext cx="4852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5" name="Google Shape;125;p38"/>
          <p:cNvSpPr txBox="1"/>
          <p:nvPr>
            <p:ph type="title"/>
          </p:nvPr>
        </p:nvSpPr>
        <p:spPr>
          <a:xfrm>
            <a:off x="457200" y="1828800"/>
            <a:ext cx="55290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300"/>
              <a:buFont typeface="Roboto Condensed"/>
              <a:buNone/>
              <a:defRPr b="1" sz="53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02">
  <p:cSld name="SECTION_TITLE_AND_DESCRIPTION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39"/>
          <p:cNvPicPr preferRelativeResize="0"/>
          <p:nvPr/>
        </p:nvPicPr>
        <p:blipFill rotWithShape="1">
          <a:blip r:embed="rId2">
            <a:alphaModFix/>
          </a:blip>
          <a:srcRect b="35869" l="46106" r="19582" t="36775"/>
          <a:stretch/>
        </p:blipFill>
        <p:spPr>
          <a:xfrm>
            <a:off x="0" y="0"/>
            <a:ext cx="12188952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9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9" name="Google Shape;12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11" y="457195"/>
            <a:ext cx="1817411" cy="30935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9"/>
          <p:cNvSpPr txBox="1"/>
          <p:nvPr>
            <p:ph idx="1" type="subTitle"/>
          </p:nvPr>
        </p:nvSpPr>
        <p:spPr>
          <a:xfrm>
            <a:off x="457201" y="4375933"/>
            <a:ext cx="4852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 Condensed"/>
              <a:buNone/>
              <a:defRPr sz="16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31" name="Google Shape;131;p39"/>
          <p:cNvSpPr txBox="1"/>
          <p:nvPr>
            <p:ph type="title"/>
          </p:nvPr>
        </p:nvSpPr>
        <p:spPr>
          <a:xfrm>
            <a:off x="457200" y="1828800"/>
            <a:ext cx="55290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Roboto Condensed"/>
              <a:buNone/>
              <a:defRPr b="1" sz="5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03">
  <p:cSld name="SECTION_TITLE_AND_DESCRIPTION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0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4" name="Google Shape;134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2561" y="441870"/>
            <a:ext cx="1817411" cy="309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40"/>
          <p:cNvPicPr preferRelativeResize="0"/>
          <p:nvPr/>
        </p:nvPicPr>
        <p:blipFill rotWithShape="1">
          <a:blip r:embed="rId3">
            <a:alphaModFix amt="32000"/>
          </a:blip>
          <a:srcRect b="20369" l="0" r="0" t="0"/>
          <a:stretch/>
        </p:blipFill>
        <p:spPr>
          <a:xfrm>
            <a:off x="0" y="0"/>
            <a:ext cx="12188948" cy="6858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198" y="457193"/>
            <a:ext cx="1817381" cy="30935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40"/>
          <p:cNvSpPr txBox="1"/>
          <p:nvPr>
            <p:ph idx="1" type="subTitle"/>
          </p:nvPr>
        </p:nvSpPr>
        <p:spPr>
          <a:xfrm>
            <a:off x="457201" y="4375933"/>
            <a:ext cx="4852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8" name="Google Shape;138;p40"/>
          <p:cNvSpPr txBox="1"/>
          <p:nvPr>
            <p:ph type="title"/>
          </p:nvPr>
        </p:nvSpPr>
        <p:spPr>
          <a:xfrm>
            <a:off x="457200" y="1828800"/>
            <a:ext cx="55290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300"/>
              <a:buFont typeface="Roboto Condensed"/>
              <a:buNone/>
              <a:defRPr b="1" sz="53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04">
  <p:cSld name="CAPTION_ONLY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1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1" name="Google Shape;14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2561" y="441870"/>
            <a:ext cx="1817411" cy="309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2561" y="441870"/>
            <a:ext cx="1817411" cy="309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8" y="457193"/>
            <a:ext cx="1817381" cy="30935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41"/>
          <p:cNvSpPr txBox="1"/>
          <p:nvPr>
            <p:ph idx="1" type="subTitle"/>
          </p:nvPr>
        </p:nvSpPr>
        <p:spPr>
          <a:xfrm>
            <a:off x="457201" y="4375933"/>
            <a:ext cx="4852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5" name="Google Shape;145;p41"/>
          <p:cNvSpPr txBox="1"/>
          <p:nvPr>
            <p:ph type="title"/>
          </p:nvPr>
        </p:nvSpPr>
        <p:spPr>
          <a:xfrm>
            <a:off x="457200" y="1828800"/>
            <a:ext cx="55290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300"/>
              <a:buFont typeface="Roboto Condensed"/>
              <a:buNone/>
              <a:defRPr b="1" sz="53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05">
  <p:cSld name="BIG_NUMBER">
    <p:bg>
      <p:bgPr>
        <a:solidFill>
          <a:srgbClr val="CF4100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2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8" name="Google Shape;148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211" y="457195"/>
            <a:ext cx="1817411" cy="30935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42"/>
          <p:cNvSpPr txBox="1"/>
          <p:nvPr>
            <p:ph idx="1" type="subTitle"/>
          </p:nvPr>
        </p:nvSpPr>
        <p:spPr>
          <a:xfrm>
            <a:off x="457201" y="4375933"/>
            <a:ext cx="4852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 Condensed"/>
              <a:buNone/>
              <a:defRPr sz="16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50" name="Google Shape;150;p42"/>
          <p:cNvSpPr txBox="1"/>
          <p:nvPr>
            <p:ph type="title"/>
          </p:nvPr>
        </p:nvSpPr>
        <p:spPr>
          <a:xfrm>
            <a:off x="457200" y="1828800"/>
            <a:ext cx="55290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Roboto Condensed"/>
              <a:buNone/>
              <a:defRPr b="1" sz="5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06" type="blank">
  <p:cSld name="BLANK">
    <p:bg>
      <p:bgPr>
        <a:solidFill>
          <a:schemeClr val="lt2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3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3" name="Google Shape;153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198" y="457193"/>
            <a:ext cx="1817381" cy="30935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43"/>
          <p:cNvSpPr txBox="1"/>
          <p:nvPr>
            <p:ph idx="1" type="subTitle"/>
          </p:nvPr>
        </p:nvSpPr>
        <p:spPr>
          <a:xfrm>
            <a:off x="457201" y="4375933"/>
            <a:ext cx="4852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43"/>
          <p:cNvSpPr txBox="1"/>
          <p:nvPr>
            <p:ph idx="2" type="subTitle"/>
          </p:nvPr>
        </p:nvSpPr>
        <p:spPr>
          <a:xfrm>
            <a:off x="463527" y="5815733"/>
            <a:ext cx="31752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oboto"/>
              <a:buNone/>
              <a:defRPr sz="1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6" name="Google Shape;156;p43"/>
          <p:cNvSpPr txBox="1"/>
          <p:nvPr>
            <p:ph type="title"/>
          </p:nvPr>
        </p:nvSpPr>
        <p:spPr>
          <a:xfrm>
            <a:off x="457200" y="1828800"/>
            <a:ext cx="55290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300"/>
              <a:buFont typeface="Roboto Condensed"/>
              <a:buNone/>
              <a:defRPr b="1" sz="53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07">
  <p:cSld name="BLANK_1"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4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9" name="Google Shape;159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198" y="457193"/>
            <a:ext cx="1817381" cy="30935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44"/>
          <p:cNvSpPr/>
          <p:nvPr/>
        </p:nvSpPr>
        <p:spPr>
          <a:xfrm>
            <a:off x="7402086" y="4543201"/>
            <a:ext cx="5218800" cy="1857600"/>
          </a:xfrm>
          <a:prstGeom prst="roundRect">
            <a:avLst>
              <a:gd fmla="val 3583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4"/>
          <p:cNvSpPr/>
          <p:nvPr/>
        </p:nvSpPr>
        <p:spPr>
          <a:xfrm>
            <a:off x="9533648" y="1819233"/>
            <a:ext cx="2668200" cy="4188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4"/>
          <p:cNvSpPr/>
          <p:nvPr/>
        </p:nvSpPr>
        <p:spPr>
          <a:xfrm>
            <a:off x="6935198" y="1819233"/>
            <a:ext cx="2303100" cy="3407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44"/>
          <p:cNvSpPr txBox="1"/>
          <p:nvPr/>
        </p:nvSpPr>
        <p:spPr>
          <a:xfrm>
            <a:off x="6870214" y="3168800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64" name="Google Shape;164;p44"/>
          <p:cNvSpPr txBox="1"/>
          <p:nvPr/>
        </p:nvSpPr>
        <p:spPr>
          <a:xfrm>
            <a:off x="9651218" y="3653433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65" name="Google Shape;165;p44"/>
          <p:cNvSpPr txBox="1"/>
          <p:nvPr>
            <p:ph idx="1" type="subTitle"/>
          </p:nvPr>
        </p:nvSpPr>
        <p:spPr>
          <a:xfrm>
            <a:off x="457201" y="4375933"/>
            <a:ext cx="4852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6" name="Google Shape;166;p44"/>
          <p:cNvSpPr txBox="1"/>
          <p:nvPr>
            <p:ph idx="2" type="subTitle"/>
          </p:nvPr>
        </p:nvSpPr>
        <p:spPr>
          <a:xfrm>
            <a:off x="463527" y="5815733"/>
            <a:ext cx="31752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oboto"/>
              <a:buNone/>
              <a:defRPr sz="1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7" name="Google Shape;167;p44"/>
          <p:cNvSpPr txBox="1"/>
          <p:nvPr>
            <p:ph type="title"/>
          </p:nvPr>
        </p:nvSpPr>
        <p:spPr>
          <a:xfrm>
            <a:off x="457200" y="1828800"/>
            <a:ext cx="55290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300"/>
              <a:buFont typeface="Roboto Condensed"/>
              <a:buNone/>
              <a:defRPr b="1" sz="53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08">
  <p:cSld name="BLANK_1_1"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5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45"/>
          <p:cNvSpPr/>
          <p:nvPr/>
        </p:nvSpPr>
        <p:spPr>
          <a:xfrm>
            <a:off x="7092086" y="4900617"/>
            <a:ext cx="5218800" cy="1857600"/>
          </a:xfrm>
          <a:prstGeom prst="roundRect">
            <a:avLst>
              <a:gd fmla="val 3583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45"/>
          <p:cNvSpPr/>
          <p:nvPr/>
        </p:nvSpPr>
        <p:spPr>
          <a:xfrm>
            <a:off x="8606280" y="1232033"/>
            <a:ext cx="3595500" cy="5033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5"/>
          <p:cNvSpPr txBox="1"/>
          <p:nvPr/>
        </p:nvSpPr>
        <p:spPr>
          <a:xfrm>
            <a:off x="9187534" y="3488633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173" name="Google Shape;173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198" y="457193"/>
            <a:ext cx="1817381" cy="309356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45"/>
          <p:cNvSpPr txBox="1"/>
          <p:nvPr>
            <p:ph idx="1" type="subTitle"/>
          </p:nvPr>
        </p:nvSpPr>
        <p:spPr>
          <a:xfrm>
            <a:off x="457201" y="4375933"/>
            <a:ext cx="4852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5" name="Google Shape;175;p45"/>
          <p:cNvSpPr txBox="1"/>
          <p:nvPr>
            <p:ph idx="2" type="subTitle"/>
          </p:nvPr>
        </p:nvSpPr>
        <p:spPr>
          <a:xfrm>
            <a:off x="463527" y="5815733"/>
            <a:ext cx="31752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oboto"/>
              <a:buNone/>
              <a:defRPr sz="1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6" name="Google Shape;176;p45"/>
          <p:cNvSpPr txBox="1"/>
          <p:nvPr>
            <p:ph type="title"/>
          </p:nvPr>
        </p:nvSpPr>
        <p:spPr>
          <a:xfrm>
            <a:off x="457200" y="1828800"/>
            <a:ext cx="55290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300"/>
              <a:buFont typeface="Roboto Condensed"/>
              <a:buNone/>
              <a:defRPr b="1" sz="53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09">
  <p:cSld name="TITLE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6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9" name="Google Shape;179;p46"/>
          <p:cNvSpPr/>
          <p:nvPr/>
        </p:nvSpPr>
        <p:spPr>
          <a:xfrm>
            <a:off x="7092086" y="4543189"/>
            <a:ext cx="5218800" cy="1857600"/>
          </a:xfrm>
          <a:prstGeom prst="roundRect">
            <a:avLst>
              <a:gd fmla="val 3583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198" y="457193"/>
            <a:ext cx="1817381" cy="309356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46"/>
          <p:cNvSpPr txBox="1"/>
          <p:nvPr>
            <p:ph idx="1" type="subTitle"/>
          </p:nvPr>
        </p:nvSpPr>
        <p:spPr>
          <a:xfrm>
            <a:off x="457201" y="4375933"/>
            <a:ext cx="4852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2" name="Google Shape;182;p46"/>
          <p:cNvSpPr txBox="1"/>
          <p:nvPr>
            <p:ph idx="2" type="subTitle"/>
          </p:nvPr>
        </p:nvSpPr>
        <p:spPr>
          <a:xfrm>
            <a:off x="463527" y="5815733"/>
            <a:ext cx="31752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oboto"/>
              <a:buNone/>
              <a:defRPr sz="1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3" name="Google Shape;183;p46"/>
          <p:cNvSpPr txBox="1"/>
          <p:nvPr>
            <p:ph type="title"/>
          </p:nvPr>
        </p:nvSpPr>
        <p:spPr>
          <a:xfrm>
            <a:off x="457200" y="1828800"/>
            <a:ext cx="55290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300"/>
              <a:buFont typeface="Roboto Condensed"/>
              <a:buNone/>
              <a:defRPr b="1" sz="53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11">
  <p:cSld name="TITLE_3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7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47"/>
          <p:cNvSpPr txBox="1"/>
          <p:nvPr>
            <p:ph type="title"/>
          </p:nvPr>
        </p:nvSpPr>
        <p:spPr>
          <a:xfrm>
            <a:off x="6094466" y="301733"/>
            <a:ext cx="27036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600"/>
              <a:buFont typeface="Roboto Condensed"/>
              <a:buNone/>
              <a:defRPr b="1" sz="16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187" name="Google Shape;187;p47"/>
          <p:cNvSpPr txBox="1"/>
          <p:nvPr>
            <p:ph idx="2" type="title"/>
          </p:nvPr>
        </p:nvSpPr>
        <p:spPr>
          <a:xfrm>
            <a:off x="8556582" y="308060"/>
            <a:ext cx="27036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 Condensed"/>
              <a:buNone/>
              <a:defRPr b="1" sz="1600">
                <a:solidFill>
                  <a:srgbClr val="66666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Roboto Condensed"/>
              <a:buNone/>
              <a:defRPr b="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Roboto Condensed"/>
              <a:buNone/>
              <a:defRPr b="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Roboto Condensed"/>
              <a:buNone/>
              <a:defRPr b="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Roboto Condensed"/>
              <a:buNone/>
              <a:defRPr b="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Roboto Condensed"/>
              <a:buNone/>
              <a:defRPr b="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Roboto Condensed"/>
              <a:buNone/>
              <a:defRPr b="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Roboto Condensed"/>
              <a:buNone/>
              <a:defRPr b="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Roboto Condensed"/>
              <a:buNone/>
              <a:defRPr b="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188" name="Google Shape;188;p47"/>
          <p:cNvSpPr/>
          <p:nvPr/>
        </p:nvSpPr>
        <p:spPr>
          <a:xfrm>
            <a:off x="-189789" y="4900617"/>
            <a:ext cx="5218800" cy="1857600"/>
          </a:xfrm>
          <a:prstGeom prst="roundRect">
            <a:avLst>
              <a:gd fmla="val 3583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7"/>
          <p:cNvSpPr/>
          <p:nvPr/>
        </p:nvSpPr>
        <p:spPr>
          <a:xfrm>
            <a:off x="5" y="1232033"/>
            <a:ext cx="3595500" cy="5033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7"/>
          <p:cNvSpPr txBox="1"/>
          <p:nvPr/>
        </p:nvSpPr>
        <p:spPr>
          <a:xfrm>
            <a:off x="581259" y="3488633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1" name="Google Shape;191;p47"/>
          <p:cNvSpPr txBox="1"/>
          <p:nvPr>
            <p:ph idx="1" type="subTitle"/>
          </p:nvPr>
        </p:nvSpPr>
        <p:spPr>
          <a:xfrm>
            <a:off x="6094466" y="4375933"/>
            <a:ext cx="4852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2" name="Google Shape;192;p47"/>
          <p:cNvSpPr txBox="1"/>
          <p:nvPr>
            <p:ph idx="3" type="title"/>
          </p:nvPr>
        </p:nvSpPr>
        <p:spPr>
          <a:xfrm>
            <a:off x="6094466" y="1828800"/>
            <a:ext cx="55290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300"/>
              <a:buFont typeface="Roboto Condensed"/>
              <a:buNone/>
              <a:defRPr b="1" sz="53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12">
  <p:cSld name="TITLE_3_1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8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5" name="Google Shape;195;p48"/>
          <p:cNvSpPr/>
          <p:nvPr/>
        </p:nvSpPr>
        <p:spPr>
          <a:xfrm>
            <a:off x="-638442" y="457209"/>
            <a:ext cx="5218800" cy="1857600"/>
          </a:xfrm>
          <a:prstGeom prst="roundRect">
            <a:avLst>
              <a:gd fmla="val 3583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8"/>
          <p:cNvSpPr txBox="1"/>
          <p:nvPr>
            <p:ph type="title"/>
          </p:nvPr>
        </p:nvSpPr>
        <p:spPr>
          <a:xfrm>
            <a:off x="6094466" y="301733"/>
            <a:ext cx="27036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600"/>
              <a:buFont typeface="Roboto Condensed"/>
              <a:buNone/>
              <a:defRPr b="1" sz="16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197" name="Google Shape;197;p48"/>
          <p:cNvSpPr txBox="1"/>
          <p:nvPr>
            <p:ph idx="2" type="title"/>
          </p:nvPr>
        </p:nvSpPr>
        <p:spPr>
          <a:xfrm>
            <a:off x="8556582" y="308060"/>
            <a:ext cx="27036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 Condensed"/>
              <a:buNone/>
              <a:defRPr b="1" sz="1600">
                <a:solidFill>
                  <a:srgbClr val="66666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Roboto Condensed"/>
              <a:buNone/>
              <a:defRPr b="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Roboto Condensed"/>
              <a:buNone/>
              <a:defRPr b="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Roboto Condensed"/>
              <a:buNone/>
              <a:defRPr b="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Roboto Condensed"/>
              <a:buNone/>
              <a:defRPr b="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Roboto Condensed"/>
              <a:buNone/>
              <a:defRPr b="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Roboto Condensed"/>
              <a:buNone/>
              <a:defRPr b="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Roboto Condensed"/>
              <a:buNone/>
              <a:defRPr b="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Roboto Condensed"/>
              <a:buNone/>
              <a:defRPr b="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198" name="Google Shape;198;p48"/>
          <p:cNvSpPr txBox="1"/>
          <p:nvPr>
            <p:ph idx="1" type="subTitle"/>
          </p:nvPr>
        </p:nvSpPr>
        <p:spPr>
          <a:xfrm>
            <a:off x="6094466" y="4375933"/>
            <a:ext cx="4852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9" name="Google Shape;199;p48"/>
          <p:cNvSpPr txBox="1"/>
          <p:nvPr>
            <p:ph idx="3" type="title"/>
          </p:nvPr>
        </p:nvSpPr>
        <p:spPr>
          <a:xfrm>
            <a:off x="6094466" y="1828800"/>
            <a:ext cx="55290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300"/>
              <a:buFont typeface="Roboto Condensed"/>
              <a:buNone/>
              <a:defRPr b="1" sz="53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13">
  <p:cSld name="TITLE_3_1_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9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2" name="Google Shape;202;p49"/>
          <p:cNvSpPr/>
          <p:nvPr/>
        </p:nvSpPr>
        <p:spPr>
          <a:xfrm>
            <a:off x="0" y="940067"/>
            <a:ext cx="4335300" cy="5918100"/>
          </a:xfrm>
          <a:prstGeom prst="roundRect">
            <a:avLst>
              <a:gd fmla="val 0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49"/>
          <p:cNvSpPr txBox="1"/>
          <p:nvPr>
            <p:ph type="title"/>
          </p:nvPr>
        </p:nvSpPr>
        <p:spPr>
          <a:xfrm>
            <a:off x="6094466" y="301733"/>
            <a:ext cx="27036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600"/>
              <a:buFont typeface="Roboto Condensed"/>
              <a:buNone/>
              <a:defRPr b="1" sz="16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204" name="Google Shape;204;p49"/>
          <p:cNvSpPr txBox="1"/>
          <p:nvPr>
            <p:ph idx="2" type="title"/>
          </p:nvPr>
        </p:nvSpPr>
        <p:spPr>
          <a:xfrm>
            <a:off x="8556582" y="308060"/>
            <a:ext cx="27036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 Condensed"/>
              <a:buNone/>
              <a:defRPr b="1" sz="1600">
                <a:solidFill>
                  <a:srgbClr val="66666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Roboto Condensed"/>
              <a:buNone/>
              <a:defRPr b="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Roboto Condensed"/>
              <a:buNone/>
              <a:defRPr b="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Roboto Condensed"/>
              <a:buNone/>
              <a:defRPr b="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Roboto Condensed"/>
              <a:buNone/>
              <a:defRPr b="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Roboto Condensed"/>
              <a:buNone/>
              <a:defRPr b="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Roboto Condensed"/>
              <a:buNone/>
              <a:defRPr b="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Roboto Condensed"/>
              <a:buNone/>
              <a:defRPr b="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Roboto Condensed"/>
              <a:buNone/>
              <a:defRPr b="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205" name="Google Shape;205;p49"/>
          <p:cNvSpPr txBox="1"/>
          <p:nvPr>
            <p:ph idx="1" type="subTitle"/>
          </p:nvPr>
        </p:nvSpPr>
        <p:spPr>
          <a:xfrm>
            <a:off x="6094466" y="4375933"/>
            <a:ext cx="4852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6" name="Google Shape;206;p49"/>
          <p:cNvSpPr txBox="1"/>
          <p:nvPr>
            <p:ph idx="3" type="title"/>
          </p:nvPr>
        </p:nvSpPr>
        <p:spPr>
          <a:xfrm>
            <a:off x="6094466" y="1828800"/>
            <a:ext cx="55290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300"/>
              <a:buFont typeface="Roboto Condensed"/>
              <a:buNone/>
              <a:defRPr b="1" sz="53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Key point 02">
  <p:cSld name="CUSTOM_2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0"/>
          <p:cNvSpPr txBox="1"/>
          <p:nvPr>
            <p:ph type="title"/>
          </p:nvPr>
        </p:nvSpPr>
        <p:spPr>
          <a:xfrm>
            <a:off x="457210" y="1591313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09" name="Google Shape;209;p50"/>
          <p:cNvSpPr txBox="1"/>
          <p:nvPr>
            <p:ph idx="2" type="title"/>
          </p:nvPr>
        </p:nvSpPr>
        <p:spPr>
          <a:xfrm>
            <a:off x="457210" y="189732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210" name="Google Shape;210;p50"/>
          <p:cNvSpPr txBox="1"/>
          <p:nvPr>
            <p:ph idx="1" type="body"/>
          </p:nvPr>
        </p:nvSpPr>
        <p:spPr>
          <a:xfrm>
            <a:off x="457210" y="2924770"/>
            <a:ext cx="97731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Key point 03">
  <p:cSld name="CUSTOM_2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1"/>
          <p:cNvSpPr txBox="1"/>
          <p:nvPr>
            <p:ph type="title"/>
          </p:nvPr>
        </p:nvSpPr>
        <p:spPr>
          <a:xfrm>
            <a:off x="457210" y="189732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213" name="Google Shape;213;p51"/>
          <p:cNvSpPr txBox="1"/>
          <p:nvPr>
            <p:ph idx="1" type="body"/>
          </p:nvPr>
        </p:nvSpPr>
        <p:spPr>
          <a:xfrm>
            <a:off x="457210" y="2924770"/>
            <a:ext cx="97731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Key point 04">
  <p:cSld name="CUSTOM_1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2"/>
          <p:cNvSpPr/>
          <p:nvPr/>
        </p:nvSpPr>
        <p:spPr>
          <a:xfrm>
            <a:off x="6094475" y="0"/>
            <a:ext cx="6094500" cy="6858000"/>
          </a:xfrm>
          <a:prstGeom prst="rect">
            <a:avLst/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52"/>
          <p:cNvSpPr txBox="1"/>
          <p:nvPr>
            <p:ph idx="1" type="body"/>
          </p:nvPr>
        </p:nvSpPr>
        <p:spPr>
          <a:xfrm>
            <a:off x="6625350" y="1828800"/>
            <a:ext cx="5413800" cy="3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Condensed"/>
              <a:buChar char="●"/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Condensed"/>
              <a:buChar char="○"/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Condensed"/>
              <a:buChar char="■"/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Condensed"/>
              <a:buChar char="●"/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Condensed"/>
              <a:buChar char="○"/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Condensed"/>
              <a:buChar char="■"/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Condensed"/>
              <a:buChar char="●"/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Condensed"/>
              <a:buChar char="○"/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Condensed"/>
              <a:buChar char="—"/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pic>
        <p:nvPicPr>
          <p:cNvPr id="217" name="Google Shape;217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199" y="457198"/>
            <a:ext cx="1377499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52"/>
          <p:cNvSpPr txBox="1"/>
          <p:nvPr>
            <p:ph type="title"/>
          </p:nvPr>
        </p:nvSpPr>
        <p:spPr>
          <a:xfrm>
            <a:off x="457210" y="1591313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19" name="Google Shape;219;p52"/>
          <p:cNvSpPr txBox="1"/>
          <p:nvPr>
            <p:ph idx="2" type="title"/>
          </p:nvPr>
        </p:nvSpPr>
        <p:spPr>
          <a:xfrm>
            <a:off x="457210" y="189732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220" name="Google Shape;220;p52"/>
          <p:cNvSpPr txBox="1"/>
          <p:nvPr>
            <p:ph idx="3" type="body"/>
          </p:nvPr>
        </p:nvSpPr>
        <p:spPr>
          <a:xfrm>
            <a:off x="457205" y="2924775"/>
            <a:ext cx="52098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Key point 05">
  <p:cSld name="CUSTOM_3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3"/>
          <p:cNvSpPr txBox="1"/>
          <p:nvPr>
            <p:ph idx="1" type="body"/>
          </p:nvPr>
        </p:nvSpPr>
        <p:spPr>
          <a:xfrm>
            <a:off x="457210" y="2924770"/>
            <a:ext cx="97731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 01">
  <p:cSld name="CUSTOM_20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4"/>
          <p:cNvSpPr txBox="1"/>
          <p:nvPr/>
        </p:nvSpPr>
        <p:spPr>
          <a:xfrm>
            <a:off x="457200" y="2210975"/>
            <a:ext cx="3930900" cy="11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1" i="0" lang="en" sz="6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Thank you!</a:t>
            </a:r>
            <a:endParaRPr b="1" i="0" sz="6400" u="none" cap="none" strike="noStrik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25" name="Google Shape;225;p54"/>
          <p:cNvSpPr/>
          <p:nvPr/>
        </p:nvSpPr>
        <p:spPr>
          <a:xfrm>
            <a:off x="9116786" y="457192"/>
            <a:ext cx="5218800" cy="1857600"/>
          </a:xfrm>
          <a:prstGeom prst="roundRect">
            <a:avLst>
              <a:gd fmla="val 3583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200" y="5115422"/>
            <a:ext cx="259501" cy="267888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54"/>
          <p:cNvSpPr txBox="1"/>
          <p:nvPr/>
        </p:nvSpPr>
        <p:spPr>
          <a:xfrm>
            <a:off x="792900" y="5054125"/>
            <a:ext cx="655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GITHUB</a:t>
            </a:r>
            <a:endParaRPr b="1" i="0" sz="1400" u="none" cap="none" strike="noStrik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28" name="Google Shape;22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9025" y="5115425"/>
            <a:ext cx="259500" cy="25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54"/>
          <p:cNvSpPr txBox="1"/>
          <p:nvPr/>
        </p:nvSpPr>
        <p:spPr>
          <a:xfrm>
            <a:off x="2854725" y="5054136"/>
            <a:ext cx="8805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TWITTER</a:t>
            </a:r>
            <a:endParaRPr b="1" i="0" sz="1400" u="none" cap="none" strike="noStrik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30" name="Google Shape;230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92075" y="5115414"/>
            <a:ext cx="380230" cy="267874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4"/>
          <p:cNvSpPr txBox="1"/>
          <p:nvPr/>
        </p:nvSpPr>
        <p:spPr>
          <a:xfrm>
            <a:off x="7597800" y="5054136"/>
            <a:ext cx="8805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MEDIUM</a:t>
            </a:r>
            <a:endParaRPr b="1" i="0" sz="1400" u="none" cap="none" strike="noStrik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32" name="Google Shape;232;p54"/>
          <p:cNvSpPr txBox="1"/>
          <p:nvPr/>
        </p:nvSpPr>
        <p:spPr>
          <a:xfrm>
            <a:off x="5141250" y="5054136"/>
            <a:ext cx="8805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LINKEDIN</a:t>
            </a:r>
            <a:endParaRPr b="1" i="0" sz="1400" u="none" cap="none" strike="noStrik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33" name="Google Shape;233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5550" y="5115425"/>
            <a:ext cx="259500" cy="25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54"/>
          <p:cNvSpPr txBox="1"/>
          <p:nvPr>
            <p:ph idx="1" type="subTitle"/>
          </p:nvPr>
        </p:nvSpPr>
        <p:spPr>
          <a:xfrm>
            <a:off x="799475" y="5381649"/>
            <a:ext cx="15879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9pPr>
          </a:lstStyle>
          <a:p/>
        </p:txBody>
      </p:sp>
      <p:sp>
        <p:nvSpPr>
          <p:cNvPr id="235" name="Google Shape;235;p54"/>
          <p:cNvSpPr txBox="1"/>
          <p:nvPr>
            <p:ph idx="2" type="subTitle"/>
          </p:nvPr>
        </p:nvSpPr>
        <p:spPr>
          <a:xfrm>
            <a:off x="2854725" y="5381649"/>
            <a:ext cx="15879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9pPr>
          </a:lstStyle>
          <a:p/>
        </p:txBody>
      </p:sp>
      <p:sp>
        <p:nvSpPr>
          <p:cNvPr id="236" name="Google Shape;236;p54"/>
          <p:cNvSpPr txBox="1"/>
          <p:nvPr>
            <p:ph idx="3" type="subTitle"/>
          </p:nvPr>
        </p:nvSpPr>
        <p:spPr>
          <a:xfrm>
            <a:off x="5141250" y="5381649"/>
            <a:ext cx="15879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9pPr>
          </a:lstStyle>
          <a:p/>
        </p:txBody>
      </p:sp>
      <p:sp>
        <p:nvSpPr>
          <p:cNvPr id="237" name="Google Shape;237;p54"/>
          <p:cNvSpPr txBox="1"/>
          <p:nvPr>
            <p:ph idx="4" type="subTitle"/>
          </p:nvPr>
        </p:nvSpPr>
        <p:spPr>
          <a:xfrm>
            <a:off x="7597800" y="5381649"/>
            <a:ext cx="15879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430">
          <p15:clr>
            <a:srgbClr val="FA7B17"/>
          </p15:clr>
        </p15:guide>
        <p15:guide id="2" orient="horz" pos="2599">
          <p15:clr>
            <a:srgbClr val="FA7B17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 02">
  <p:cSld name="CUSTOM_20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5"/>
          <p:cNvSpPr txBox="1"/>
          <p:nvPr/>
        </p:nvSpPr>
        <p:spPr>
          <a:xfrm>
            <a:off x="457200" y="2439574"/>
            <a:ext cx="3930900" cy="11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</a:pPr>
            <a:r>
              <a:rPr b="1" i="0" lang="en" sz="53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Thank you!</a:t>
            </a:r>
            <a:endParaRPr b="1" i="0" sz="5300" u="none" cap="none" strike="noStrik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40" name="Google Shape;240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200" y="6001147"/>
            <a:ext cx="259501" cy="267888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55"/>
          <p:cNvSpPr txBox="1"/>
          <p:nvPr/>
        </p:nvSpPr>
        <p:spPr>
          <a:xfrm>
            <a:off x="792900" y="5939850"/>
            <a:ext cx="655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GITHUB</a:t>
            </a:r>
            <a:endParaRPr b="1" i="0" sz="1400" u="none" cap="none" strike="noStrik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42" name="Google Shape;24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9025" y="6001150"/>
            <a:ext cx="259500" cy="25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55"/>
          <p:cNvSpPr txBox="1"/>
          <p:nvPr/>
        </p:nvSpPr>
        <p:spPr>
          <a:xfrm>
            <a:off x="2854725" y="5939861"/>
            <a:ext cx="8805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TWITTER</a:t>
            </a:r>
            <a:endParaRPr b="1" i="0" sz="1400" u="none" cap="none" strike="noStrik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44" name="Google Shape;244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92075" y="6001139"/>
            <a:ext cx="380230" cy="267874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55"/>
          <p:cNvSpPr txBox="1"/>
          <p:nvPr/>
        </p:nvSpPr>
        <p:spPr>
          <a:xfrm>
            <a:off x="7597800" y="5939861"/>
            <a:ext cx="8805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MEDIUM</a:t>
            </a:r>
            <a:endParaRPr b="1" i="0" sz="1400" u="none" cap="none" strike="noStrik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46" name="Google Shape;246;p55"/>
          <p:cNvSpPr txBox="1"/>
          <p:nvPr/>
        </p:nvSpPr>
        <p:spPr>
          <a:xfrm>
            <a:off x="5141250" y="5939861"/>
            <a:ext cx="8805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LINKEDIN</a:t>
            </a:r>
            <a:endParaRPr b="1" i="0" sz="1400" u="none" cap="none" strike="noStrik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47" name="Google Shape;247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5550" y="6001150"/>
            <a:ext cx="259500" cy="25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55"/>
          <p:cNvSpPr txBox="1"/>
          <p:nvPr>
            <p:ph idx="1" type="subTitle"/>
          </p:nvPr>
        </p:nvSpPr>
        <p:spPr>
          <a:xfrm>
            <a:off x="799475" y="6267374"/>
            <a:ext cx="15879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9pPr>
          </a:lstStyle>
          <a:p/>
        </p:txBody>
      </p:sp>
      <p:sp>
        <p:nvSpPr>
          <p:cNvPr id="249" name="Google Shape;249;p55"/>
          <p:cNvSpPr txBox="1"/>
          <p:nvPr>
            <p:ph idx="2" type="subTitle"/>
          </p:nvPr>
        </p:nvSpPr>
        <p:spPr>
          <a:xfrm>
            <a:off x="2854725" y="6267374"/>
            <a:ext cx="15879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9pPr>
          </a:lstStyle>
          <a:p/>
        </p:txBody>
      </p:sp>
      <p:sp>
        <p:nvSpPr>
          <p:cNvPr id="250" name="Google Shape;250;p55"/>
          <p:cNvSpPr txBox="1"/>
          <p:nvPr>
            <p:ph idx="3" type="subTitle"/>
          </p:nvPr>
        </p:nvSpPr>
        <p:spPr>
          <a:xfrm>
            <a:off x="5141250" y="6267374"/>
            <a:ext cx="15879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9pPr>
          </a:lstStyle>
          <a:p/>
        </p:txBody>
      </p:sp>
      <p:sp>
        <p:nvSpPr>
          <p:cNvPr id="251" name="Google Shape;251;p55"/>
          <p:cNvSpPr txBox="1"/>
          <p:nvPr>
            <p:ph idx="4" type="subTitle"/>
          </p:nvPr>
        </p:nvSpPr>
        <p:spPr>
          <a:xfrm>
            <a:off x="7597800" y="6267374"/>
            <a:ext cx="15879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200"/>
              <a:buNone/>
              <a:defRPr b="1">
                <a:solidFill>
                  <a:srgbClr val="F75307"/>
                </a:solidFill>
              </a:defRPr>
            </a:lvl9pPr>
          </a:lstStyle>
          <a:p/>
        </p:txBody>
      </p:sp>
      <p:sp>
        <p:nvSpPr>
          <p:cNvPr id="252" name="Google Shape;252;p55"/>
          <p:cNvSpPr/>
          <p:nvPr/>
        </p:nvSpPr>
        <p:spPr>
          <a:xfrm>
            <a:off x="7076996" y="2268367"/>
            <a:ext cx="5218800" cy="1857600"/>
          </a:xfrm>
          <a:prstGeom prst="roundRect">
            <a:avLst>
              <a:gd fmla="val 3583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55"/>
          <p:cNvSpPr/>
          <p:nvPr/>
        </p:nvSpPr>
        <p:spPr>
          <a:xfrm>
            <a:off x="7368456" y="639408"/>
            <a:ext cx="4820400" cy="321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55"/>
          <p:cNvSpPr txBox="1"/>
          <p:nvPr/>
        </p:nvSpPr>
        <p:spPr>
          <a:xfrm>
            <a:off x="8562158" y="1988575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430">
          <p15:clr>
            <a:srgbClr val="FA7B17"/>
          </p15:clr>
        </p15:guide>
        <p15:guide id="2" orient="horz" pos="2599">
          <p15:clr>
            <a:srgbClr val="FA7B17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Key point 06">
  <p:cSld name="CUSTOM_4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6"/>
          <p:cNvSpPr txBox="1"/>
          <p:nvPr>
            <p:ph type="title"/>
          </p:nvPr>
        </p:nvSpPr>
        <p:spPr>
          <a:xfrm>
            <a:off x="6094674" y="1577663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57" name="Google Shape;257;p56"/>
          <p:cNvSpPr txBox="1"/>
          <p:nvPr>
            <p:ph idx="2" type="title"/>
          </p:nvPr>
        </p:nvSpPr>
        <p:spPr>
          <a:xfrm>
            <a:off x="6094674" y="188367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258" name="Google Shape;258;p56"/>
          <p:cNvSpPr txBox="1"/>
          <p:nvPr>
            <p:ph idx="1" type="body"/>
          </p:nvPr>
        </p:nvSpPr>
        <p:spPr>
          <a:xfrm>
            <a:off x="6094676" y="2911125"/>
            <a:ext cx="56787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259" name="Google Shape;259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4667" y="457198"/>
            <a:ext cx="1377499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56"/>
          <p:cNvSpPr/>
          <p:nvPr/>
        </p:nvSpPr>
        <p:spPr>
          <a:xfrm>
            <a:off x="-189789" y="4900617"/>
            <a:ext cx="5218800" cy="1857600"/>
          </a:xfrm>
          <a:prstGeom prst="roundRect">
            <a:avLst>
              <a:gd fmla="val 3583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56"/>
          <p:cNvSpPr/>
          <p:nvPr/>
        </p:nvSpPr>
        <p:spPr>
          <a:xfrm>
            <a:off x="5" y="1232033"/>
            <a:ext cx="3595500" cy="5033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56"/>
          <p:cNvSpPr txBox="1"/>
          <p:nvPr/>
        </p:nvSpPr>
        <p:spPr>
          <a:xfrm>
            <a:off x="581259" y="3488633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319">
          <p15:clr>
            <a:srgbClr val="FA7B17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Key point 07">
  <p:cSld name="CUSTOM_4_1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7"/>
          <p:cNvSpPr/>
          <p:nvPr/>
        </p:nvSpPr>
        <p:spPr>
          <a:xfrm>
            <a:off x="313139" y="5000392"/>
            <a:ext cx="5218800" cy="1857600"/>
          </a:xfrm>
          <a:prstGeom prst="roundRect">
            <a:avLst>
              <a:gd fmla="val 3583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57"/>
          <p:cNvSpPr/>
          <p:nvPr/>
        </p:nvSpPr>
        <p:spPr>
          <a:xfrm>
            <a:off x="0" y="100"/>
            <a:ext cx="51099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57"/>
          <p:cNvSpPr txBox="1"/>
          <p:nvPr/>
        </p:nvSpPr>
        <p:spPr>
          <a:xfrm>
            <a:off x="1338447" y="3168800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67" name="Google Shape;267;p57"/>
          <p:cNvSpPr txBox="1"/>
          <p:nvPr>
            <p:ph type="title"/>
          </p:nvPr>
        </p:nvSpPr>
        <p:spPr>
          <a:xfrm>
            <a:off x="6094674" y="1577663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8" name="Google Shape;268;p57"/>
          <p:cNvSpPr txBox="1"/>
          <p:nvPr>
            <p:ph idx="2" type="title"/>
          </p:nvPr>
        </p:nvSpPr>
        <p:spPr>
          <a:xfrm>
            <a:off x="6094674" y="188367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269" name="Google Shape;269;p57"/>
          <p:cNvSpPr txBox="1"/>
          <p:nvPr>
            <p:ph idx="1" type="body"/>
          </p:nvPr>
        </p:nvSpPr>
        <p:spPr>
          <a:xfrm>
            <a:off x="6094676" y="2911125"/>
            <a:ext cx="56787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270" name="Google Shape;270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4667" y="457198"/>
            <a:ext cx="1377499" cy="23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319">
          <p15:clr>
            <a:srgbClr val="FA7B17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Key point 08">
  <p:cSld name="CUSTOM_4_1_2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8"/>
          <p:cNvSpPr/>
          <p:nvPr/>
        </p:nvSpPr>
        <p:spPr>
          <a:xfrm>
            <a:off x="6707889" y="5000392"/>
            <a:ext cx="5218800" cy="1857600"/>
          </a:xfrm>
          <a:prstGeom prst="roundRect">
            <a:avLst>
              <a:gd fmla="val 3583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58"/>
          <p:cNvSpPr/>
          <p:nvPr/>
        </p:nvSpPr>
        <p:spPr>
          <a:xfrm>
            <a:off x="7092075" y="100"/>
            <a:ext cx="51099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58"/>
          <p:cNvSpPr txBox="1"/>
          <p:nvPr/>
        </p:nvSpPr>
        <p:spPr>
          <a:xfrm>
            <a:off x="8430522" y="3168800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75" name="Google Shape;275;p58"/>
          <p:cNvSpPr txBox="1"/>
          <p:nvPr>
            <p:ph type="title"/>
          </p:nvPr>
        </p:nvSpPr>
        <p:spPr>
          <a:xfrm>
            <a:off x="457210" y="1591313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6" name="Google Shape;276;p58"/>
          <p:cNvSpPr txBox="1"/>
          <p:nvPr>
            <p:ph idx="2" type="title"/>
          </p:nvPr>
        </p:nvSpPr>
        <p:spPr>
          <a:xfrm>
            <a:off x="457210" y="189732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277" name="Google Shape;277;p58"/>
          <p:cNvSpPr txBox="1"/>
          <p:nvPr>
            <p:ph idx="1" type="body"/>
          </p:nvPr>
        </p:nvSpPr>
        <p:spPr>
          <a:xfrm>
            <a:off x="457204" y="2924775"/>
            <a:ext cx="53721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278" name="Google Shape;278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199" y="457198"/>
            <a:ext cx="1377499" cy="23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319">
          <p15:clr>
            <a:srgbClr val="FA7B17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Content - Image 02">
  <p:cSld name="CUSTOM_4_1_2_1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9"/>
          <p:cNvSpPr/>
          <p:nvPr/>
        </p:nvSpPr>
        <p:spPr>
          <a:xfrm>
            <a:off x="457200" y="3086100"/>
            <a:ext cx="5372100" cy="3314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59"/>
          <p:cNvSpPr txBox="1"/>
          <p:nvPr/>
        </p:nvSpPr>
        <p:spPr>
          <a:xfrm>
            <a:off x="1845597" y="4483200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82" name="Google Shape;282;p59"/>
          <p:cNvSpPr txBox="1"/>
          <p:nvPr>
            <p:ph type="title"/>
          </p:nvPr>
        </p:nvSpPr>
        <p:spPr>
          <a:xfrm>
            <a:off x="457210" y="1591313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83" name="Google Shape;283;p59"/>
          <p:cNvSpPr txBox="1"/>
          <p:nvPr>
            <p:ph idx="2" type="title"/>
          </p:nvPr>
        </p:nvSpPr>
        <p:spPr>
          <a:xfrm>
            <a:off x="457210" y="189732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pic>
        <p:nvPicPr>
          <p:cNvPr id="284" name="Google Shape;284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199" y="457198"/>
            <a:ext cx="1377499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59"/>
          <p:cNvSpPr/>
          <p:nvPr/>
        </p:nvSpPr>
        <p:spPr>
          <a:xfrm>
            <a:off x="6359650" y="3086100"/>
            <a:ext cx="5413800" cy="3314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59"/>
          <p:cNvSpPr txBox="1"/>
          <p:nvPr/>
        </p:nvSpPr>
        <p:spPr>
          <a:xfrm>
            <a:off x="7748047" y="4483200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319">
          <p15:clr>
            <a:srgbClr val="FA7B17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Content - Image 01">
  <p:cSld name="CUSTOM_4_1_2_1_2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60"/>
          <p:cNvSpPr/>
          <p:nvPr/>
        </p:nvSpPr>
        <p:spPr>
          <a:xfrm>
            <a:off x="457200" y="3086100"/>
            <a:ext cx="5902500" cy="3314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60"/>
          <p:cNvSpPr txBox="1"/>
          <p:nvPr/>
        </p:nvSpPr>
        <p:spPr>
          <a:xfrm>
            <a:off x="2191947" y="4483200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90" name="Google Shape;290;p60"/>
          <p:cNvSpPr txBox="1"/>
          <p:nvPr>
            <p:ph type="title"/>
          </p:nvPr>
        </p:nvSpPr>
        <p:spPr>
          <a:xfrm>
            <a:off x="457210" y="1591313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91" name="Google Shape;291;p60"/>
          <p:cNvSpPr txBox="1"/>
          <p:nvPr>
            <p:ph idx="2" type="title"/>
          </p:nvPr>
        </p:nvSpPr>
        <p:spPr>
          <a:xfrm>
            <a:off x="457210" y="189732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pic>
        <p:nvPicPr>
          <p:cNvPr id="292" name="Google Shape;292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199" y="457198"/>
            <a:ext cx="1377499" cy="23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319">
          <p15:clr>
            <a:srgbClr val="FA7B17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Content - Image 03">
  <p:cSld name="CUSTOM_4_1_2_1_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61"/>
          <p:cNvSpPr/>
          <p:nvPr/>
        </p:nvSpPr>
        <p:spPr>
          <a:xfrm>
            <a:off x="457200" y="3086100"/>
            <a:ext cx="3685500" cy="3314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61"/>
          <p:cNvSpPr txBox="1"/>
          <p:nvPr/>
        </p:nvSpPr>
        <p:spPr>
          <a:xfrm>
            <a:off x="1083447" y="4483200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96" name="Google Shape;296;p61"/>
          <p:cNvSpPr txBox="1"/>
          <p:nvPr>
            <p:ph type="title"/>
          </p:nvPr>
        </p:nvSpPr>
        <p:spPr>
          <a:xfrm>
            <a:off x="457210" y="1591313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97" name="Google Shape;297;p61"/>
          <p:cNvSpPr txBox="1"/>
          <p:nvPr>
            <p:ph idx="2" type="title"/>
          </p:nvPr>
        </p:nvSpPr>
        <p:spPr>
          <a:xfrm>
            <a:off x="457210" y="189732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pic>
        <p:nvPicPr>
          <p:cNvPr id="298" name="Google Shape;298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199" y="457198"/>
            <a:ext cx="1377499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61"/>
          <p:cNvSpPr/>
          <p:nvPr/>
        </p:nvSpPr>
        <p:spPr>
          <a:xfrm>
            <a:off x="8088000" y="3086100"/>
            <a:ext cx="3685500" cy="3314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61"/>
          <p:cNvSpPr/>
          <p:nvPr/>
        </p:nvSpPr>
        <p:spPr>
          <a:xfrm>
            <a:off x="4272600" y="3086100"/>
            <a:ext cx="3685500" cy="3314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61"/>
          <p:cNvSpPr txBox="1"/>
          <p:nvPr/>
        </p:nvSpPr>
        <p:spPr>
          <a:xfrm>
            <a:off x="4877972" y="4483200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02" name="Google Shape;302;p61"/>
          <p:cNvSpPr txBox="1"/>
          <p:nvPr/>
        </p:nvSpPr>
        <p:spPr>
          <a:xfrm>
            <a:off x="8714247" y="4483200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319">
          <p15:clr>
            <a:srgbClr val="FA7B17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Content - Image 04">
  <p:cSld name="CUSTOM_4_1_2_1_1_1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2"/>
          <p:cNvSpPr/>
          <p:nvPr/>
        </p:nvSpPr>
        <p:spPr>
          <a:xfrm>
            <a:off x="457200" y="3086100"/>
            <a:ext cx="2703600" cy="3314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62"/>
          <p:cNvSpPr txBox="1"/>
          <p:nvPr/>
        </p:nvSpPr>
        <p:spPr>
          <a:xfrm>
            <a:off x="592497" y="4483200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06" name="Google Shape;306;p62"/>
          <p:cNvSpPr txBox="1"/>
          <p:nvPr>
            <p:ph type="title"/>
          </p:nvPr>
        </p:nvSpPr>
        <p:spPr>
          <a:xfrm>
            <a:off x="457210" y="1591313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07" name="Google Shape;307;p62"/>
          <p:cNvSpPr txBox="1"/>
          <p:nvPr>
            <p:ph idx="2" type="title"/>
          </p:nvPr>
        </p:nvSpPr>
        <p:spPr>
          <a:xfrm>
            <a:off x="457210" y="189732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pic>
        <p:nvPicPr>
          <p:cNvPr id="308" name="Google Shape;308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199" y="457198"/>
            <a:ext cx="1377499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62"/>
          <p:cNvSpPr/>
          <p:nvPr/>
        </p:nvSpPr>
        <p:spPr>
          <a:xfrm>
            <a:off x="3328100" y="3086100"/>
            <a:ext cx="2703600" cy="3314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62"/>
          <p:cNvSpPr/>
          <p:nvPr/>
        </p:nvSpPr>
        <p:spPr>
          <a:xfrm>
            <a:off x="6199000" y="3086100"/>
            <a:ext cx="2703600" cy="3314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62"/>
          <p:cNvSpPr/>
          <p:nvPr/>
        </p:nvSpPr>
        <p:spPr>
          <a:xfrm>
            <a:off x="9069900" y="3086100"/>
            <a:ext cx="2703600" cy="3314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62"/>
          <p:cNvSpPr txBox="1"/>
          <p:nvPr/>
        </p:nvSpPr>
        <p:spPr>
          <a:xfrm>
            <a:off x="3463397" y="4483200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13" name="Google Shape;313;p62"/>
          <p:cNvSpPr txBox="1"/>
          <p:nvPr/>
        </p:nvSpPr>
        <p:spPr>
          <a:xfrm>
            <a:off x="6334297" y="4483200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14" name="Google Shape;314;p62"/>
          <p:cNvSpPr txBox="1"/>
          <p:nvPr/>
        </p:nvSpPr>
        <p:spPr>
          <a:xfrm>
            <a:off x="9205197" y="4483200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319">
          <p15:clr>
            <a:srgbClr val="FA7B17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Key point 08">
  <p:cSld name="CUSTOM_4_1_1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63"/>
          <p:cNvSpPr/>
          <p:nvPr/>
        </p:nvSpPr>
        <p:spPr>
          <a:xfrm>
            <a:off x="7092086" y="4900617"/>
            <a:ext cx="5218800" cy="1857600"/>
          </a:xfrm>
          <a:prstGeom prst="roundRect">
            <a:avLst>
              <a:gd fmla="val 3583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63"/>
          <p:cNvSpPr/>
          <p:nvPr/>
        </p:nvSpPr>
        <p:spPr>
          <a:xfrm>
            <a:off x="8606280" y="1232033"/>
            <a:ext cx="3595500" cy="5033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63"/>
          <p:cNvSpPr txBox="1"/>
          <p:nvPr/>
        </p:nvSpPr>
        <p:spPr>
          <a:xfrm>
            <a:off x="9187534" y="3488633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19" name="Google Shape;319;p63"/>
          <p:cNvSpPr txBox="1"/>
          <p:nvPr>
            <p:ph type="title"/>
          </p:nvPr>
        </p:nvSpPr>
        <p:spPr>
          <a:xfrm>
            <a:off x="457210" y="1591313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20" name="Google Shape;320;p63"/>
          <p:cNvSpPr txBox="1"/>
          <p:nvPr>
            <p:ph idx="2" type="title"/>
          </p:nvPr>
        </p:nvSpPr>
        <p:spPr>
          <a:xfrm>
            <a:off x="457210" y="189732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321" name="Google Shape;321;p63"/>
          <p:cNvSpPr txBox="1"/>
          <p:nvPr>
            <p:ph idx="1" type="body"/>
          </p:nvPr>
        </p:nvSpPr>
        <p:spPr>
          <a:xfrm>
            <a:off x="457204" y="2924775"/>
            <a:ext cx="53721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322" name="Google Shape;322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199" y="457198"/>
            <a:ext cx="1377499" cy="23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319">
          <p15:clr>
            <a:srgbClr val="FA7B17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Key point 09">
  <p:cSld name="CUSTOM_4_1_1_1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4"/>
          <p:cNvSpPr/>
          <p:nvPr/>
        </p:nvSpPr>
        <p:spPr>
          <a:xfrm>
            <a:off x="7092086" y="4900617"/>
            <a:ext cx="5218800" cy="1857600"/>
          </a:xfrm>
          <a:prstGeom prst="roundRect">
            <a:avLst>
              <a:gd fmla="val 3583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64"/>
          <p:cNvSpPr/>
          <p:nvPr/>
        </p:nvSpPr>
        <p:spPr>
          <a:xfrm>
            <a:off x="8606280" y="1232033"/>
            <a:ext cx="3595500" cy="5033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64"/>
          <p:cNvSpPr txBox="1"/>
          <p:nvPr/>
        </p:nvSpPr>
        <p:spPr>
          <a:xfrm>
            <a:off x="9187534" y="3488633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27" name="Google Shape;327;p64"/>
          <p:cNvSpPr txBox="1"/>
          <p:nvPr>
            <p:ph type="title"/>
          </p:nvPr>
        </p:nvSpPr>
        <p:spPr>
          <a:xfrm>
            <a:off x="457210" y="1591313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28" name="Google Shape;328;p64"/>
          <p:cNvSpPr txBox="1"/>
          <p:nvPr>
            <p:ph idx="2" type="title"/>
          </p:nvPr>
        </p:nvSpPr>
        <p:spPr>
          <a:xfrm>
            <a:off x="457210" y="189732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329" name="Google Shape;329;p64"/>
          <p:cNvSpPr txBox="1"/>
          <p:nvPr>
            <p:ph idx="1" type="body"/>
          </p:nvPr>
        </p:nvSpPr>
        <p:spPr>
          <a:xfrm>
            <a:off x="457204" y="2924775"/>
            <a:ext cx="53721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Key point 10">
  <p:cSld name="CUSTOM_4_1_1_1_1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65"/>
          <p:cNvSpPr/>
          <p:nvPr/>
        </p:nvSpPr>
        <p:spPr>
          <a:xfrm>
            <a:off x="7092086" y="4900617"/>
            <a:ext cx="5218800" cy="1857600"/>
          </a:xfrm>
          <a:prstGeom prst="roundRect">
            <a:avLst>
              <a:gd fmla="val 3583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65"/>
          <p:cNvSpPr/>
          <p:nvPr/>
        </p:nvSpPr>
        <p:spPr>
          <a:xfrm>
            <a:off x="8606280" y="1232033"/>
            <a:ext cx="3595500" cy="5033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65"/>
          <p:cNvSpPr txBox="1"/>
          <p:nvPr/>
        </p:nvSpPr>
        <p:spPr>
          <a:xfrm>
            <a:off x="9187534" y="3488633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34" name="Google Shape;334;p65"/>
          <p:cNvSpPr txBox="1"/>
          <p:nvPr>
            <p:ph type="title"/>
          </p:nvPr>
        </p:nvSpPr>
        <p:spPr>
          <a:xfrm>
            <a:off x="457210" y="189732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335" name="Google Shape;335;p65"/>
          <p:cNvSpPr txBox="1"/>
          <p:nvPr>
            <p:ph idx="1" type="body"/>
          </p:nvPr>
        </p:nvSpPr>
        <p:spPr>
          <a:xfrm>
            <a:off x="457204" y="2924775"/>
            <a:ext cx="53721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Key point 11">
  <p:cSld name="CUSTOM_4_1_1_1_1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66"/>
          <p:cNvSpPr txBox="1"/>
          <p:nvPr>
            <p:ph type="title"/>
          </p:nvPr>
        </p:nvSpPr>
        <p:spPr>
          <a:xfrm>
            <a:off x="457210" y="1591313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38" name="Google Shape;338;p66"/>
          <p:cNvSpPr txBox="1"/>
          <p:nvPr>
            <p:ph idx="2" type="title"/>
          </p:nvPr>
        </p:nvSpPr>
        <p:spPr>
          <a:xfrm>
            <a:off x="457210" y="189732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339" name="Google Shape;339;p66"/>
          <p:cNvSpPr txBox="1"/>
          <p:nvPr>
            <p:ph idx="1" type="body"/>
          </p:nvPr>
        </p:nvSpPr>
        <p:spPr>
          <a:xfrm>
            <a:off x="457204" y="2924775"/>
            <a:ext cx="53721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340" name="Google Shape;340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199" y="457198"/>
            <a:ext cx="1377499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66"/>
          <p:cNvSpPr txBox="1"/>
          <p:nvPr>
            <p:ph idx="3" type="body"/>
          </p:nvPr>
        </p:nvSpPr>
        <p:spPr>
          <a:xfrm>
            <a:off x="6359654" y="2924775"/>
            <a:ext cx="53721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Key point 12">
  <p:cSld name="CUSTOM_4_1_1_1_1_1_1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67"/>
          <p:cNvSpPr txBox="1"/>
          <p:nvPr>
            <p:ph type="title"/>
          </p:nvPr>
        </p:nvSpPr>
        <p:spPr>
          <a:xfrm>
            <a:off x="457210" y="1591313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44" name="Google Shape;344;p67"/>
          <p:cNvSpPr txBox="1"/>
          <p:nvPr>
            <p:ph idx="2" type="title"/>
          </p:nvPr>
        </p:nvSpPr>
        <p:spPr>
          <a:xfrm>
            <a:off x="457210" y="189732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345" name="Google Shape;345;p67"/>
          <p:cNvSpPr txBox="1"/>
          <p:nvPr>
            <p:ph idx="1" type="body"/>
          </p:nvPr>
        </p:nvSpPr>
        <p:spPr>
          <a:xfrm>
            <a:off x="457204" y="2924775"/>
            <a:ext cx="53721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6" name="Google Shape;346;p67"/>
          <p:cNvSpPr txBox="1"/>
          <p:nvPr>
            <p:ph idx="3" type="body"/>
          </p:nvPr>
        </p:nvSpPr>
        <p:spPr>
          <a:xfrm>
            <a:off x="6359654" y="2924775"/>
            <a:ext cx="53721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319">
          <p15:clr>
            <a:srgbClr val="FA7B17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Key point 13">
  <p:cSld name="CUSTOM_4_1_1_1_1_1_1_1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68"/>
          <p:cNvSpPr txBox="1"/>
          <p:nvPr>
            <p:ph type="title"/>
          </p:nvPr>
        </p:nvSpPr>
        <p:spPr>
          <a:xfrm>
            <a:off x="457210" y="189732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349" name="Google Shape;349;p68"/>
          <p:cNvSpPr txBox="1"/>
          <p:nvPr>
            <p:ph idx="1" type="body"/>
          </p:nvPr>
        </p:nvSpPr>
        <p:spPr>
          <a:xfrm>
            <a:off x="457204" y="2924775"/>
            <a:ext cx="53721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50" name="Google Shape;350;p68"/>
          <p:cNvSpPr txBox="1"/>
          <p:nvPr>
            <p:ph idx="2" type="body"/>
          </p:nvPr>
        </p:nvSpPr>
        <p:spPr>
          <a:xfrm>
            <a:off x="6359654" y="2924775"/>
            <a:ext cx="53721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319">
          <p15:clr>
            <a:srgbClr val="FA7B17"/>
          </p15:clr>
        </p15:guide>
        <p15:guide id="2" pos="5759">
          <p15:clr>
            <a:srgbClr val="FA7B17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Key point 14">
  <p:cSld name="CUSTOM_4_1_1_1_1_1_1_1_1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69"/>
          <p:cNvSpPr/>
          <p:nvPr/>
        </p:nvSpPr>
        <p:spPr>
          <a:xfrm>
            <a:off x="8211877" y="457192"/>
            <a:ext cx="5218800" cy="1857600"/>
          </a:xfrm>
          <a:prstGeom prst="roundRect">
            <a:avLst>
              <a:gd fmla="val 3583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69"/>
          <p:cNvSpPr txBox="1"/>
          <p:nvPr>
            <p:ph type="title"/>
          </p:nvPr>
        </p:nvSpPr>
        <p:spPr>
          <a:xfrm>
            <a:off x="457210" y="1591313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54" name="Google Shape;354;p69"/>
          <p:cNvSpPr txBox="1"/>
          <p:nvPr>
            <p:ph idx="2" type="title"/>
          </p:nvPr>
        </p:nvSpPr>
        <p:spPr>
          <a:xfrm>
            <a:off x="457210" y="189732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355" name="Google Shape;355;p69"/>
          <p:cNvSpPr txBox="1"/>
          <p:nvPr>
            <p:ph idx="1" type="body"/>
          </p:nvPr>
        </p:nvSpPr>
        <p:spPr>
          <a:xfrm>
            <a:off x="457204" y="2924775"/>
            <a:ext cx="53721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356" name="Google Shape;356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199" y="457198"/>
            <a:ext cx="1377499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69"/>
          <p:cNvSpPr txBox="1"/>
          <p:nvPr>
            <p:ph idx="3" type="body"/>
          </p:nvPr>
        </p:nvSpPr>
        <p:spPr>
          <a:xfrm>
            <a:off x="6359654" y="2924775"/>
            <a:ext cx="53721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319">
          <p15:clr>
            <a:srgbClr val="FA7B17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Key points 01">
  <p:cSld name="CUSTOM_5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70"/>
          <p:cNvSpPr txBox="1"/>
          <p:nvPr>
            <p:ph type="title"/>
          </p:nvPr>
        </p:nvSpPr>
        <p:spPr>
          <a:xfrm>
            <a:off x="457204" y="3051783"/>
            <a:ext cx="35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sz="2000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sz="2000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sz="2000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sz="2000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sz="2000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sz="2000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sz="2000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sz="2000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360" name="Google Shape;360;p70"/>
          <p:cNvSpPr txBox="1"/>
          <p:nvPr>
            <p:ph idx="2" type="title"/>
          </p:nvPr>
        </p:nvSpPr>
        <p:spPr>
          <a:xfrm>
            <a:off x="457210" y="1591313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61" name="Google Shape;361;p70"/>
          <p:cNvSpPr txBox="1"/>
          <p:nvPr>
            <p:ph idx="3" type="title"/>
          </p:nvPr>
        </p:nvSpPr>
        <p:spPr>
          <a:xfrm>
            <a:off x="457210" y="189732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362" name="Google Shape;362;p70"/>
          <p:cNvSpPr txBox="1"/>
          <p:nvPr>
            <p:ph idx="1" type="body"/>
          </p:nvPr>
        </p:nvSpPr>
        <p:spPr>
          <a:xfrm>
            <a:off x="457204" y="3646300"/>
            <a:ext cx="53721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363" name="Google Shape;363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199" y="457198"/>
            <a:ext cx="1377499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70"/>
          <p:cNvSpPr txBox="1"/>
          <p:nvPr>
            <p:ph idx="4" type="title"/>
          </p:nvPr>
        </p:nvSpPr>
        <p:spPr>
          <a:xfrm>
            <a:off x="6359654" y="3051783"/>
            <a:ext cx="35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sz="2000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sz="2000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sz="2000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sz="2000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sz="2000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sz="2000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sz="2000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sz="2000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365" name="Google Shape;365;p70"/>
          <p:cNvSpPr txBox="1"/>
          <p:nvPr>
            <p:ph idx="5" type="body"/>
          </p:nvPr>
        </p:nvSpPr>
        <p:spPr>
          <a:xfrm>
            <a:off x="6359654" y="3646300"/>
            <a:ext cx="53721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Key points 02">
  <p:cSld name="CUSTOM_5_1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71"/>
          <p:cNvSpPr/>
          <p:nvPr/>
        </p:nvSpPr>
        <p:spPr>
          <a:xfrm>
            <a:off x="7092086" y="4900617"/>
            <a:ext cx="5218800" cy="1857600"/>
          </a:xfrm>
          <a:prstGeom prst="roundRect">
            <a:avLst>
              <a:gd fmla="val 3583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71"/>
          <p:cNvSpPr/>
          <p:nvPr/>
        </p:nvSpPr>
        <p:spPr>
          <a:xfrm>
            <a:off x="8606280" y="1232033"/>
            <a:ext cx="3595500" cy="5033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71"/>
          <p:cNvSpPr txBox="1"/>
          <p:nvPr/>
        </p:nvSpPr>
        <p:spPr>
          <a:xfrm>
            <a:off x="9187534" y="3488633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70" name="Google Shape;370;p71"/>
          <p:cNvSpPr txBox="1"/>
          <p:nvPr>
            <p:ph type="title"/>
          </p:nvPr>
        </p:nvSpPr>
        <p:spPr>
          <a:xfrm>
            <a:off x="457204" y="1794813"/>
            <a:ext cx="35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1" name="Google Shape;371;p71"/>
          <p:cNvSpPr txBox="1"/>
          <p:nvPr>
            <p:ph idx="2" type="title"/>
          </p:nvPr>
        </p:nvSpPr>
        <p:spPr>
          <a:xfrm>
            <a:off x="457210" y="334344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72" name="Google Shape;372;p71"/>
          <p:cNvSpPr txBox="1"/>
          <p:nvPr>
            <p:ph idx="3" type="title"/>
          </p:nvPr>
        </p:nvSpPr>
        <p:spPr>
          <a:xfrm>
            <a:off x="457210" y="64035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373" name="Google Shape;373;p71"/>
          <p:cNvSpPr txBox="1"/>
          <p:nvPr>
            <p:ph idx="1" type="body"/>
          </p:nvPr>
        </p:nvSpPr>
        <p:spPr>
          <a:xfrm>
            <a:off x="457200" y="2389325"/>
            <a:ext cx="5372100" cy="14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74" name="Google Shape;374;p71"/>
          <p:cNvSpPr txBox="1"/>
          <p:nvPr>
            <p:ph idx="4" type="title"/>
          </p:nvPr>
        </p:nvSpPr>
        <p:spPr>
          <a:xfrm>
            <a:off x="457204" y="4183463"/>
            <a:ext cx="35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5" name="Google Shape;375;p71"/>
          <p:cNvSpPr txBox="1"/>
          <p:nvPr>
            <p:ph idx="5" type="body"/>
          </p:nvPr>
        </p:nvSpPr>
        <p:spPr>
          <a:xfrm>
            <a:off x="457200" y="4777977"/>
            <a:ext cx="5372100" cy="1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Key points 11">
  <p:cSld name="CUSTOM_5_1_2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72"/>
          <p:cNvSpPr txBox="1"/>
          <p:nvPr>
            <p:ph type="title"/>
          </p:nvPr>
        </p:nvSpPr>
        <p:spPr>
          <a:xfrm>
            <a:off x="6094479" y="1794813"/>
            <a:ext cx="35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8" name="Google Shape;378;p72"/>
          <p:cNvSpPr txBox="1"/>
          <p:nvPr>
            <p:ph idx="2" type="title"/>
          </p:nvPr>
        </p:nvSpPr>
        <p:spPr>
          <a:xfrm>
            <a:off x="6094485" y="334344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79" name="Google Shape;379;p72"/>
          <p:cNvSpPr txBox="1"/>
          <p:nvPr>
            <p:ph idx="3" type="title"/>
          </p:nvPr>
        </p:nvSpPr>
        <p:spPr>
          <a:xfrm>
            <a:off x="6094485" y="64035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380" name="Google Shape;380;p72"/>
          <p:cNvSpPr txBox="1"/>
          <p:nvPr>
            <p:ph idx="1" type="body"/>
          </p:nvPr>
        </p:nvSpPr>
        <p:spPr>
          <a:xfrm>
            <a:off x="6094475" y="2389325"/>
            <a:ext cx="5372100" cy="14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81" name="Google Shape;381;p72"/>
          <p:cNvSpPr txBox="1"/>
          <p:nvPr>
            <p:ph idx="4" type="title"/>
          </p:nvPr>
        </p:nvSpPr>
        <p:spPr>
          <a:xfrm>
            <a:off x="6094479" y="4183463"/>
            <a:ext cx="35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2" name="Google Shape;382;p72"/>
          <p:cNvSpPr txBox="1"/>
          <p:nvPr>
            <p:ph idx="5" type="body"/>
          </p:nvPr>
        </p:nvSpPr>
        <p:spPr>
          <a:xfrm>
            <a:off x="6094475" y="4777977"/>
            <a:ext cx="5372100" cy="1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83" name="Google Shape;383;p72"/>
          <p:cNvSpPr/>
          <p:nvPr/>
        </p:nvSpPr>
        <p:spPr>
          <a:xfrm>
            <a:off x="-189789" y="4900617"/>
            <a:ext cx="5218800" cy="1857600"/>
          </a:xfrm>
          <a:prstGeom prst="roundRect">
            <a:avLst>
              <a:gd fmla="val 3583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72"/>
          <p:cNvSpPr/>
          <p:nvPr/>
        </p:nvSpPr>
        <p:spPr>
          <a:xfrm>
            <a:off x="5" y="1232033"/>
            <a:ext cx="3595500" cy="5033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Key points 03">
  <p:cSld name="CUSTOM_5_1_1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73"/>
          <p:cNvSpPr/>
          <p:nvPr/>
        </p:nvSpPr>
        <p:spPr>
          <a:xfrm>
            <a:off x="7092071" y="382967"/>
            <a:ext cx="5218800" cy="1857600"/>
          </a:xfrm>
          <a:prstGeom prst="roundRect">
            <a:avLst>
              <a:gd fmla="val 3583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73"/>
          <p:cNvSpPr/>
          <p:nvPr/>
        </p:nvSpPr>
        <p:spPr>
          <a:xfrm>
            <a:off x="13000" y="0"/>
            <a:ext cx="12189000" cy="182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73"/>
          <p:cNvSpPr txBox="1"/>
          <p:nvPr/>
        </p:nvSpPr>
        <p:spPr>
          <a:xfrm>
            <a:off x="4612793" y="654150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89" name="Google Shape;389;p73"/>
          <p:cNvSpPr txBox="1"/>
          <p:nvPr>
            <p:ph type="title"/>
          </p:nvPr>
        </p:nvSpPr>
        <p:spPr>
          <a:xfrm>
            <a:off x="457200" y="3562283"/>
            <a:ext cx="35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0" name="Google Shape;390;p73"/>
          <p:cNvSpPr txBox="1"/>
          <p:nvPr>
            <p:ph idx="2" type="title"/>
          </p:nvPr>
        </p:nvSpPr>
        <p:spPr>
          <a:xfrm>
            <a:off x="457200" y="2088163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91" name="Google Shape;391;p73"/>
          <p:cNvSpPr txBox="1"/>
          <p:nvPr>
            <p:ph idx="3" type="title"/>
          </p:nvPr>
        </p:nvSpPr>
        <p:spPr>
          <a:xfrm>
            <a:off x="457200" y="239417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392" name="Google Shape;392;p73"/>
          <p:cNvSpPr txBox="1"/>
          <p:nvPr>
            <p:ph idx="1" type="body"/>
          </p:nvPr>
        </p:nvSpPr>
        <p:spPr>
          <a:xfrm>
            <a:off x="457200" y="4053100"/>
            <a:ext cx="5372100" cy="23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93" name="Google Shape;393;p73"/>
          <p:cNvSpPr txBox="1"/>
          <p:nvPr>
            <p:ph idx="4" type="title"/>
          </p:nvPr>
        </p:nvSpPr>
        <p:spPr>
          <a:xfrm>
            <a:off x="6359650" y="3562283"/>
            <a:ext cx="35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4" name="Google Shape;394;p73"/>
          <p:cNvSpPr txBox="1"/>
          <p:nvPr>
            <p:ph idx="5" type="body"/>
          </p:nvPr>
        </p:nvSpPr>
        <p:spPr>
          <a:xfrm>
            <a:off x="6359650" y="4053100"/>
            <a:ext cx="5372100" cy="23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Key points 04">
  <p:cSld name="CUSTOM_5_1_1_1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4"/>
          <p:cNvSpPr/>
          <p:nvPr/>
        </p:nvSpPr>
        <p:spPr>
          <a:xfrm>
            <a:off x="0" y="0"/>
            <a:ext cx="6094500" cy="6858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74"/>
          <p:cNvSpPr txBox="1"/>
          <p:nvPr>
            <p:ph type="title"/>
          </p:nvPr>
        </p:nvSpPr>
        <p:spPr>
          <a:xfrm>
            <a:off x="457204" y="2492154"/>
            <a:ext cx="35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74"/>
          <p:cNvSpPr txBox="1"/>
          <p:nvPr>
            <p:ph idx="2" type="title"/>
          </p:nvPr>
        </p:nvSpPr>
        <p:spPr>
          <a:xfrm>
            <a:off x="457210" y="338912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99" name="Google Shape;399;p74"/>
          <p:cNvSpPr txBox="1"/>
          <p:nvPr>
            <p:ph idx="3" type="title"/>
          </p:nvPr>
        </p:nvSpPr>
        <p:spPr>
          <a:xfrm>
            <a:off x="457210" y="644924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400" name="Google Shape;400;p74"/>
          <p:cNvSpPr txBox="1"/>
          <p:nvPr>
            <p:ph idx="1" type="body"/>
          </p:nvPr>
        </p:nvSpPr>
        <p:spPr>
          <a:xfrm>
            <a:off x="457204" y="3086671"/>
            <a:ext cx="53721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01" name="Google Shape;401;p74"/>
          <p:cNvSpPr txBox="1"/>
          <p:nvPr>
            <p:ph idx="4" type="title"/>
          </p:nvPr>
        </p:nvSpPr>
        <p:spPr>
          <a:xfrm>
            <a:off x="6359654" y="2492154"/>
            <a:ext cx="35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2" name="Google Shape;402;p74"/>
          <p:cNvSpPr txBox="1"/>
          <p:nvPr>
            <p:ph idx="5" type="body"/>
          </p:nvPr>
        </p:nvSpPr>
        <p:spPr>
          <a:xfrm>
            <a:off x="6359654" y="3086671"/>
            <a:ext cx="53721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FA7B17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Key points 05">
  <p:cSld name="CUSTOM_5_1_1_1_1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75"/>
          <p:cNvSpPr/>
          <p:nvPr/>
        </p:nvSpPr>
        <p:spPr>
          <a:xfrm>
            <a:off x="6094475" y="0"/>
            <a:ext cx="6094500" cy="6858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75"/>
          <p:cNvSpPr txBox="1"/>
          <p:nvPr>
            <p:ph type="title"/>
          </p:nvPr>
        </p:nvSpPr>
        <p:spPr>
          <a:xfrm>
            <a:off x="457210" y="338912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06" name="Google Shape;406;p75"/>
          <p:cNvSpPr txBox="1"/>
          <p:nvPr>
            <p:ph idx="2" type="title"/>
          </p:nvPr>
        </p:nvSpPr>
        <p:spPr>
          <a:xfrm>
            <a:off x="457210" y="644924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407" name="Google Shape;407;p75"/>
          <p:cNvSpPr txBox="1"/>
          <p:nvPr>
            <p:ph idx="3" type="title"/>
          </p:nvPr>
        </p:nvSpPr>
        <p:spPr>
          <a:xfrm>
            <a:off x="457204" y="2492154"/>
            <a:ext cx="35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8" name="Google Shape;408;p75"/>
          <p:cNvSpPr txBox="1"/>
          <p:nvPr>
            <p:ph idx="1" type="body"/>
          </p:nvPr>
        </p:nvSpPr>
        <p:spPr>
          <a:xfrm>
            <a:off x="457204" y="3086671"/>
            <a:ext cx="53721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09" name="Google Shape;409;p75"/>
          <p:cNvSpPr txBox="1"/>
          <p:nvPr>
            <p:ph idx="4" type="title"/>
          </p:nvPr>
        </p:nvSpPr>
        <p:spPr>
          <a:xfrm>
            <a:off x="6359654" y="2492154"/>
            <a:ext cx="35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75"/>
          <p:cNvSpPr txBox="1"/>
          <p:nvPr>
            <p:ph idx="5" type="body"/>
          </p:nvPr>
        </p:nvSpPr>
        <p:spPr>
          <a:xfrm>
            <a:off x="6359654" y="3086671"/>
            <a:ext cx="53721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Key points 06">
  <p:cSld name="CUSTOM_5_1_1_1_1_1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76"/>
          <p:cNvSpPr/>
          <p:nvPr/>
        </p:nvSpPr>
        <p:spPr>
          <a:xfrm>
            <a:off x="457196" y="3559717"/>
            <a:ext cx="1550100" cy="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76"/>
          <p:cNvSpPr txBox="1"/>
          <p:nvPr>
            <p:ph type="title"/>
          </p:nvPr>
        </p:nvSpPr>
        <p:spPr>
          <a:xfrm>
            <a:off x="325258" y="2455000"/>
            <a:ext cx="20394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Roboto Condensed"/>
              <a:buNone/>
              <a:defRPr b="1" sz="64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14" name="Google Shape;414;p76"/>
          <p:cNvSpPr txBox="1"/>
          <p:nvPr>
            <p:ph idx="2" type="title"/>
          </p:nvPr>
        </p:nvSpPr>
        <p:spPr>
          <a:xfrm>
            <a:off x="457210" y="3696867"/>
            <a:ext cx="97731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Roboto Condensed"/>
              <a:buNone/>
              <a:defRPr b="1" sz="19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415" name="Google Shape;415;p76"/>
          <p:cNvSpPr txBox="1"/>
          <p:nvPr>
            <p:ph idx="3" type="title"/>
          </p:nvPr>
        </p:nvSpPr>
        <p:spPr>
          <a:xfrm>
            <a:off x="457210" y="4128633"/>
            <a:ext cx="97731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None/>
              <a:defRPr sz="13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416" name="Google Shape;416;p76"/>
          <p:cNvSpPr txBox="1"/>
          <p:nvPr>
            <p:ph idx="4" type="title"/>
          </p:nvPr>
        </p:nvSpPr>
        <p:spPr>
          <a:xfrm>
            <a:off x="1704883" y="2569613"/>
            <a:ext cx="98922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2700"/>
              <a:buFont typeface="Roboto Condensed"/>
              <a:buNone/>
              <a:defRPr b="1" sz="27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17" name="Google Shape;417;p76"/>
          <p:cNvSpPr/>
          <p:nvPr/>
        </p:nvSpPr>
        <p:spPr>
          <a:xfrm>
            <a:off x="4083472" y="4506710"/>
            <a:ext cx="1550100" cy="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76"/>
          <p:cNvSpPr txBox="1"/>
          <p:nvPr>
            <p:ph idx="5" type="title"/>
          </p:nvPr>
        </p:nvSpPr>
        <p:spPr>
          <a:xfrm>
            <a:off x="3953372" y="3402000"/>
            <a:ext cx="21411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Roboto Condensed"/>
              <a:buNone/>
              <a:defRPr b="1" sz="64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19" name="Google Shape;419;p76"/>
          <p:cNvSpPr txBox="1"/>
          <p:nvPr>
            <p:ph idx="6" type="title"/>
          </p:nvPr>
        </p:nvSpPr>
        <p:spPr>
          <a:xfrm>
            <a:off x="4083471" y="4643860"/>
            <a:ext cx="97731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Roboto Condensed"/>
              <a:buNone/>
              <a:defRPr b="1" sz="19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420" name="Google Shape;420;p76"/>
          <p:cNvSpPr txBox="1"/>
          <p:nvPr>
            <p:ph idx="7" type="title"/>
          </p:nvPr>
        </p:nvSpPr>
        <p:spPr>
          <a:xfrm>
            <a:off x="4083471" y="5075626"/>
            <a:ext cx="97731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None/>
              <a:defRPr sz="13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421" name="Google Shape;421;p76"/>
          <p:cNvSpPr txBox="1"/>
          <p:nvPr>
            <p:ph idx="8" type="title"/>
          </p:nvPr>
        </p:nvSpPr>
        <p:spPr>
          <a:xfrm>
            <a:off x="5350155" y="3516606"/>
            <a:ext cx="98922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2700"/>
              <a:buFont typeface="Roboto Condensed"/>
              <a:buNone/>
              <a:defRPr b="1" sz="27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22" name="Google Shape;422;p76"/>
          <p:cNvSpPr txBox="1"/>
          <p:nvPr>
            <p:ph idx="9" type="title"/>
          </p:nvPr>
        </p:nvSpPr>
        <p:spPr>
          <a:xfrm>
            <a:off x="470405" y="297463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23" name="Google Shape;423;p76"/>
          <p:cNvSpPr txBox="1"/>
          <p:nvPr>
            <p:ph idx="13" type="title"/>
          </p:nvPr>
        </p:nvSpPr>
        <p:spPr>
          <a:xfrm>
            <a:off x="457210" y="60347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Key points 10">
  <p:cSld name="CUSTOM_5_1_1_1_1_1_2">
    <p:bg>
      <p:bgPr>
        <a:solidFill>
          <a:srgbClr val="CF4100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77"/>
          <p:cNvSpPr/>
          <p:nvPr/>
        </p:nvSpPr>
        <p:spPr>
          <a:xfrm>
            <a:off x="457196" y="3559717"/>
            <a:ext cx="1550100" cy="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77"/>
          <p:cNvSpPr txBox="1"/>
          <p:nvPr>
            <p:ph type="title"/>
          </p:nvPr>
        </p:nvSpPr>
        <p:spPr>
          <a:xfrm>
            <a:off x="325258" y="2455000"/>
            <a:ext cx="20394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Roboto Condensed"/>
              <a:buNone/>
              <a:defRPr b="1" sz="6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27" name="Google Shape;427;p77"/>
          <p:cNvSpPr txBox="1"/>
          <p:nvPr>
            <p:ph idx="2" type="title"/>
          </p:nvPr>
        </p:nvSpPr>
        <p:spPr>
          <a:xfrm>
            <a:off x="457210" y="3696867"/>
            <a:ext cx="97731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Roboto Condensed"/>
              <a:buNone/>
              <a:defRPr b="1" sz="19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28" name="Google Shape;428;p77"/>
          <p:cNvSpPr txBox="1"/>
          <p:nvPr>
            <p:ph idx="3" type="title"/>
          </p:nvPr>
        </p:nvSpPr>
        <p:spPr>
          <a:xfrm>
            <a:off x="457210" y="4128633"/>
            <a:ext cx="97731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None/>
              <a:def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29" name="Google Shape;429;p77"/>
          <p:cNvSpPr txBox="1"/>
          <p:nvPr>
            <p:ph idx="4" type="title"/>
          </p:nvPr>
        </p:nvSpPr>
        <p:spPr>
          <a:xfrm>
            <a:off x="1704883" y="2569613"/>
            <a:ext cx="98922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Roboto Condensed"/>
              <a:buNone/>
              <a:defRPr b="1" sz="27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30" name="Google Shape;430;p77"/>
          <p:cNvSpPr/>
          <p:nvPr/>
        </p:nvSpPr>
        <p:spPr>
          <a:xfrm>
            <a:off x="4083472" y="4506710"/>
            <a:ext cx="1550100" cy="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77"/>
          <p:cNvSpPr txBox="1"/>
          <p:nvPr>
            <p:ph idx="5" type="title"/>
          </p:nvPr>
        </p:nvSpPr>
        <p:spPr>
          <a:xfrm>
            <a:off x="3953372" y="3402000"/>
            <a:ext cx="21411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Roboto Condensed"/>
              <a:buNone/>
              <a:defRPr b="1" sz="6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32" name="Google Shape;432;p77"/>
          <p:cNvSpPr txBox="1"/>
          <p:nvPr>
            <p:ph idx="6" type="title"/>
          </p:nvPr>
        </p:nvSpPr>
        <p:spPr>
          <a:xfrm>
            <a:off x="4083471" y="4643860"/>
            <a:ext cx="97731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Roboto Condensed"/>
              <a:buNone/>
              <a:defRPr b="1" sz="19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33" name="Google Shape;433;p77"/>
          <p:cNvSpPr txBox="1"/>
          <p:nvPr>
            <p:ph idx="7" type="title"/>
          </p:nvPr>
        </p:nvSpPr>
        <p:spPr>
          <a:xfrm>
            <a:off x="4083471" y="5075626"/>
            <a:ext cx="97731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None/>
              <a:def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34" name="Google Shape;434;p77"/>
          <p:cNvSpPr txBox="1"/>
          <p:nvPr>
            <p:ph idx="8" type="title"/>
          </p:nvPr>
        </p:nvSpPr>
        <p:spPr>
          <a:xfrm>
            <a:off x="5350155" y="3516606"/>
            <a:ext cx="98922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Roboto Condensed"/>
              <a:buNone/>
              <a:defRPr b="1" sz="27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35" name="Google Shape;435;p77"/>
          <p:cNvSpPr txBox="1"/>
          <p:nvPr>
            <p:ph idx="9" type="title"/>
          </p:nvPr>
        </p:nvSpPr>
        <p:spPr>
          <a:xfrm>
            <a:off x="470405" y="297463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Condensed"/>
              <a:buNone/>
              <a:defRPr b="1" sz="11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36" name="Google Shape;436;p77"/>
          <p:cNvSpPr txBox="1"/>
          <p:nvPr>
            <p:ph idx="13" type="title"/>
          </p:nvPr>
        </p:nvSpPr>
        <p:spPr>
          <a:xfrm>
            <a:off x="457210" y="60347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Roboto Condensed"/>
              <a:buNone/>
              <a:defRPr b="1" sz="32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None/>
              <a:defRPr sz="43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None/>
              <a:defRPr sz="43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None/>
              <a:defRPr sz="43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None/>
              <a:defRPr sz="43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None/>
              <a:defRPr sz="43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None/>
              <a:defRPr sz="43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None/>
              <a:defRPr sz="43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None/>
              <a:defRPr sz="43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Key points 07">
  <p:cSld name="CUSTOM_5_1_1_1_1_1_1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78"/>
          <p:cNvSpPr/>
          <p:nvPr/>
        </p:nvSpPr>
        <p:spPr>
          <a:xfrm>
            <a:off x="7076996" y="3428992"/>
            <a:ext cx="5218800" cy="1857600"/>
          </a:xfrm>
          <a:prstGeom prst="roundRect">
            <a:avLst>
              <a:gd fmla="val 3583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78"/>
          <p:cNvSpPr/>
          <p:nvPr/>
        </p:nvSpPr>
        <p:spPr>
          <a:xfrm>
            <a:off x="7368456" y="1709533"/>
            <a:ext cx="4820400" cy="321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78"/>
          <p:cNvSpPr txBox="1"/>
          <p:nvPr/>
        </p:nvSpPr>
        <p:spPr>
          <a:xfrm>
            <a:off x="8562158" y="3058700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41" name="Google Shape;441;p78"/>
          <p:cNvSpPr txBox="1"/>
          <p:nvPr>
            <p:ph type="title"/>
          </p:nvPr>
        </p:nvSpPr>
        <p:spPr>
          <a:xfrm>
            <a:off x="470405" y="297463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42" name="Google Shape;442;p78"/>
          <p:cNvSpPr txBox="1"/>
          <p:nvPr>
            <p:ph idx="2" type="title"/>
          </p:nvPr>
        </p:nvSpPr>
        <p:spPr>
          <a:xfrm>
            <a:off x="457210" y="60347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443" name="Google Shape;443;p78"/>
          <p:cNvSpPr/>
          <p:nvPr/>
        </p:nvSpPr>
        <p:spPr>
          <a:xfrm>
            <a:off x="457196" y="3559717"/>
            <a:ext cx="1550100" cy="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78"/>
          <p:cNvSpPr txBox="1"/>
          <p:nvPr>
            <p:ph idx="3" type="title"/>
          </p:nvPr>
        </p:nvSpPr>
        <p:spPr>
          <a:xfrm>
            <a:off x="325258" y="2455000"/>
            <a:ext cx="20394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Roboto Condensed"/>
              <a:buNone/>
              <a:defRPr b="1" sz="64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45" name="Google Shape;445;p78"/>
          <p:cNvSpPr txBox="1"/>
          <p:nvPr>
            <p:ph idx="4" type="title"/>
          </p:nvPr>
        </p:nvSpPr>
        <p:spPr>
          <a:xfrm>
            <a:off x="457210" y="3696867"/>
            <a:ext cx="97731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Roboto Condensed"/>
              <a:buNone/>
              <a:defRPr b="1" sz="19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446" name="Google Shape;446;p78"/>
          <p:cNvSpPr txBox="1"/>
          <p:nvPr>
            <p:ph idx="5" type="title"/>
          </p:nvPr>
        </p:nvSpPr>
        <p:spPr>
          <a:xfrm>
            <a:off x="457210" y="4128633"/>
            <a:ext cx="97731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None/>
              <a:defRPr sz="13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447" name="Google Shape;447;p78"/>
          <p:cNvSpPr txBox="1"/>
          <p:nvPr>
            <p:ph idx="6" type="title"/>
          </p:nvPr>
        </p:nvSpPr>
        <p:spPr>
          <a:xfrm>
            <a:off x="1704883" y="2569613"/>
            <a:ext cx="98922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2700"/>
              <a:buFont typeface="Roboto Condensed"/>
              <a:buNone/>
              <a:defRPr b="1" sz="27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48" name="Google Shape;448;p78"/>
          <p:cNvSpPr/>
          <p:nvPr/>
        </p:nvSpPr>
        <p:spPr>
          <a:xfrm>
            <a:off x="4083472" y="4506710"/>
            <a:ext cx="1550100" cy="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78"/>
          <p:cNvSpPr txBox="1"/>
          <p:nvPr>
            <p:ph idx="7" type="title"/>
          </p:nvPr>
        </p:nvSpPr>
        <p:spPr>
          <a:xfrm>
            <a:off x="3953372" y="3402000"/>
            <a:ext cx="21411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Roboto Condensed"/>
              <a:buNone/>
              <a:defRPr b="1" sz="64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50" name="Google Shape;450;p78"/>
          <p:cNvSpPr txBox="1"/>
          <p:nvPr>
            <p:ph idx="8" type="title"/>
          </p:nvPr>
        </p:nvSpPr>
        <p:spPr>
          <a:xfrm>
            <a:off x="4083471" y="4643860"/>
            <a:ext cx="97731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Roboto Condensed"/>
              <a:buNone/>
              <a:defRPr b="1" sz="19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451" name="Google Shape;451;p78"/>
          <p:cNvSpPr txBox="1"/>
          <p:nvPr>
            <p:ph idx="9" type="title"/>
          </p:nvPr>
        </p:nvSpPr>
        <p:spPr>
          <a:xfrm>
            <a:off x="4083471" y="5075626"/>
            <a:ext cx="97731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None/>
              <a:defRPr sz="13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452" name="Google Shape;452;p78"/>
          <p:cNvSpPr txBox="1"/>
          <p:nvPr>
            <p:ph idx="13" type="title"/>
          </p:nvPr>
        </p:nvSpPr>
        <p:spPr>
          <a:xfrm>
            <a:off x="5350155" y="3516606"/>
            <a:ext cx="98922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2700"/>
              <a:buFont typeface="Roboto Condensed"/>
              <a:buNone/>
              <a:defRPr b="1" sz="27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Key points 08">
  <p:cSld name="CUSTOM_5_1_1_1_1_1_1_1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9"/>
          <p:cNvSpPr/>
          <p:nvPr/>
        </p:nvSpPr>
        <p:spPr>
          <a:xfrm>
            <a:off x="457204" y="3536467"/>
            <a:ext cx="4887600" cy="24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79"/>
          <p:cNvSpPr txBox="1"/>
          <p:nvPr>
            <p:ph type="title"/>
          </p:nvPr>
        </p:nvSpPr>
        <p:spPr>
          <a:xfrm>
            <a:off x="457204" y="3051783"/>
            <a:ext cx="35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6" name="Google Shape;456;p79"/>
          <p:cNvSpPr txBox="1"/>
          <p:nvPr>
            <p:ph idx="2" type="title"/>
          </p:nvPr>
        </p:nvSpPr>
        <p:spPr>
          <a:xfrm>
            <a:off x="457210" y="1591313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57" name="Google Shape;457;p79"/>
          <p:cNvSpPr txBox="1"/>
          <p:nvPr>
            <p:ph idx="3" type="title"/>
          </p:nvPr>
        </p:nvSpPr>
        <p:spPr>
          <a:xfrm>
            <a:off x="457210" y="189732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458" name="Google Shape;458;p79"/>
          <p:cNvSpPr txBox="1"/>
          <p:nvPr>
            <p:ph idx="1" type="body"/>
          </p:nvPr>
        </p:nvSpPr>
        <p:spPr>
          <a:xfrm>
            <a:off x="457204" y="3646300"/>
            <a:ext cx="53721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459" name="Google Shape;459;p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199" y="457198"/>
            <a:ext cx="1377499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79"/>
          <p:cNvSpPr txBox="1"/>
          <p:nvPr>
            <p:ph idx="4" type="title"/>
          </p:nvPr>
        </p:nvSpPr>
        <p:spPr>
          <a:xfrm>
            <a:off x="6359654" y="3051783"/>
            <a:ext cx="35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1" name="Google Shape;461;p79"/>
          <p:cNvSpPr txBox="1"/>
          <p:nvPr>
            <p:ph idx="5" type="body"/>
          </p:nvPr>
        </p:nvSpPr>
        <p:spPr>
          <a:xfrm>
            <a:off x="6359654" y="3646300"/>
            <a:ext cx="53721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62" name="Google Shape;462;p79"/>
          <p:cNvSpPr/>
          <p:nvPr/>
        </p:nvSpPr>
        <p:spPr>
          <a:xfrm>
            <a:off x="6359654" y="3536467"/>
            <a:ext cx="4887600" cy="24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Key points 09">
  <p:cSld name="CUSTOM_5_1_1_1_1_1_1_1_1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80"/>
          <p:cNvSpPr/>
          <p:nvPr/>
        </p:nvSpPr>
        <p:spPr>
          <a:xfrm>
            <a:off x="8211877" y="457192"/>
            <a:ext cx="5218800" cy="1857600"/>
          </a:xfrm>
          <a:prstGeom prst="roundRect">
            <a:avLst>
              <a:gd fmla="val 3583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80"/>
          <p:cNvSpPr txBox="1"/>
          <p:nvPr>
            <p:ph type="title"/>
          </p:nvPr>
        </p:nvSpPr>
        <p:spPr>
          <a:xfrm>
            <a:off x="457204" y="3051783"/>
            <a:ext cx="35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6" name="Google Shape;466;p80"/>
          <p:cNvSpPr txBox="1"/>
          <p:nvPr>
            <p:ph idx="2" type="title"/>
          </p:nvPr>
        </p:nvSpPr>
        <p:spPr>
          <a:xfrm>
            <a:off x="457210" y="1591313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67" name="Google Shape;467;p80"/>
          <p:cNvSpPr txBox="1"/>
          <p:nvPr>
            <p:ph idx="3" type="title"/>
          </p:nvPr>
        </p:nvSpPr>
        <p:spPr>
          <a:xfrm>
            <a:off x="457210" y="189732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468" name="Google Shape;468;p80"/>
          <p:cNvSpPr txBox="1"/>
          <p:nvPr>
            <p:ph idx="1" type="body"/>
          </p:nvPr>
        </p:nvSpPr>
        <p:spPr>
          <a:xfrm>
            <a:off x="457204" y="3646300"/>
            <a:ext cx="53721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469" name="Google Shape;469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199" y="457198"/>
            <a:ext cx="1377499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80"/>
          <p:cNvSpPr txBox="1"/>
          <p:nvPr>
            <p:ph idx="4" type="title"/>
          </p:nvPr>
        </p:nvSpPr>
        <p:spPr>
          <a:xfrm>
            <a:off x="6359654" y="3051783"/>
            <a:ext cx="35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1" name="Google Shape;471;p80"/>
          <p:cNvSpPr txBox="1"/>
          <p:nvPr>
            <p:ph idx="5" type="body"/>
          </p:nvPr>
        </p:nvSpPr>
        <p:spPr>
          <a:xfrm>
            <a:off x="6359654" y="3646300"/>
            <a:ext cx="53721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Key points 01">
  <p:cSld name="CUSTOM_6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81"/>
          <p:cNvSpPr/>
          <p:nvPr/>
        </p:nvSpPr>
        <p:spPr>
          <a:xfrm>
            <a:off x="8211877" y="457192"/>
            <a:ext cx="5218800" cy="1857600"/>
          </a:xfrm>
          <a:prstGeom prst="roundRect">
            <a:avLst>
              <a:gd fmla="val 3583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81"/>
          <p:cNvSpPr txBox="1"/>
          <p:nvPr>
            <p:ph type="title"/>
          </p:nvPr>
        </p:nvSpPr>
        <p:spPr>
          <a:xfrm>
            <a:off x="457204" y="3051783"/>
            <a:ext cx="35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5" name="Google Shape;475;p81"/>
          <p:cNvSpPr txBox="1"/>
          <p:nvPr>
            <p:ph idx="2" type="title"/>
          </p:nvPr>
        </p:nvSpPr>
        <p:spPr>
          <a:xfrm>
            <a:off x="457210" y="1591313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76" name="Google Shape;476;p81"/>
          <p:cNvSpPr txBox="1"/>
          <p:nvPr>
            <p:ph idx="3" type="title"/>
          </p:nvPr>
        </p:nvSpPr>
        <p:spPr>
          <a:xfrm>
            <a:off x="457210" y="189732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477" name="Google Shape;477;p81"/>
          <p:cNvSpPr txBox="1"/>
          <p:nvPr>
            <p:ph idx="1" type="body"/>
          </p:nvPr>
        </p:nvSpPr>
        <p:spPr>
          <a:xfrm>
            <a:off x="457195" y="3646300"/>
            <a:ext cx="33948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478" name="Google Shape;478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199" y="457198"/>
            <a:ext cx="1377499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81"/>
          <p:cNvSpPr txBox="1"/>
          <p:nvPr>
            <p:ph idx="4" type="title"/>
          </p:nvPr>
        </p:nvSpPr>
        <p:spPr>
          <a:xfrm>
            <a:off x="8265904" y="3051783"/>
            <a:ext cx="35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0" name="Google Shape;480;p81"/>
          <p:cNvSpPr txBox="1"/>
          <p:nvPr>
            <p:ph idx="5" type="body"/>
          </p:nvPr>
        </p:nvSpPr>
        <p:spPr>
          <a:xfrm>
            <a:off x="8265895" y="3646300"/>
            <a:ext cx="33948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81" name="Google Shape;481;p81"/>
          <p:cNvSpPr txBox="1"/>
          <p:nvPr>
            <p:ph idx="6" type="title"/>
          </p:nvPr>
        </p:nvSpPr>
        <p:spPr>
          <a:xfrm>
            <a:off x="4361554" y="3051783"/>
            <a:ext cx="35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2" name="Google Shape;482;p81"/>
          <p:cNvSpPr txBox="1"/>
          <p:nvPr>
            <p:ph idx="7" type="body"/>
          </p:nvPr>
        </p:nvSpPr>
        <p:spPr>
          <a:xfrm>
            <a:off x="4361545" y="3646300"/>
            <a:ext cx="33948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Key points 10">
  <p:cSld name="CUSTOM_6_2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82"/>
          <p:cNvSpPr/>
          <p:nvPr/>
        </p:nvSpPr>
        <p:spPr>
          <a:xfrm>
            <a:off x="4361555" y="3537641"/>
            <a:ext cx="3157200" cy="44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82"/>
          <p:cNvSpPr txBox="1"/>
          <p:nvPr>
            <p:ph type="title"/>
          </p:nvPr>
        </p:nvSpPr>
        <p:spPr>
          <a:xfrm>
            <a:off x="457204" y="3051783"/>
            <a:ext cx="35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6" name="Google Shape;486;p82"/>
          <p:cNvSpPr txBox="1"/>
          <p:nvPr>
            <p:ph idx="2" type="title"/>
          </p:nvPr>
        </p:nvSpPr>
        <p:spPr>
          <a:xfrm>
            <a:off x="457210" y="1591313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87" name="Google Shape;487;p82"/>
          <p:cNvSpPr txBox="1"/>
          <p:nvPr>
            <p:ph idx="3" type="title"/>
          </p:nvPr>
        </p:nvSpPr>
        <p:spPr>
          <a:xfrm>
            <a:off x="457210" y="189732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488" name="Google Shape;488;p82"/>
          <p:cNvSpPr txBox="1"/>
          <p:nvPr>
            <p:ph idx="1" type="body"/>
          </p:nvPr>
        </p:nvSpPr>
        <p:spPr>
          <a:xfrm>
            <a:off x="457195" y="3646300"/>
            <a:ext cx="33948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489" name="Google Shape;489;p8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199" y="457198"/>
            <a:ext cx="1377499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82"/>
          <p:cNvSpPr txBox="1"/>
          <p:nvPr>
            <p:ph idx="4" type="title"/>
          </p:nvPr>
        </p:nvSpPr>
        <p:spPr>
          <a:xfrm>
            <a:off x="8265904" y="3051783"/>
            <a:ext cx="35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1" name="Google Shape;491;p82"/>
          <p:cNvSpPr txBox="1"/>
          <p:nvPr>
            <p:ph idx="5" type="body"/>
          </p:nvPr>
        </p:nvSpPr>
        <p:spPr>
          <a:xfrm>
            <a:off x="8265895" y="3646300"/>
            <a:ext cx="33948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92" name="Google Shape;492;p82"/>
          <p:cNvSpPr txBox="1"/>
          <p:nvPr>
            <p:ph idx="6" type="title"/>
          </p:nvPr>
        </p:nvSpPr>
        <p:spPr>
          <a:xfrm>
            <a:off x="4361554" y="3051783"/>
            <a:ext cx="35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3" name="Google Shape;493;p82"/>
          <p:cNvSpPr txBox="1"/>
          <p:nvPr>
            <p:ph idx="7" type="body"/>
          </p:nvPr>
        </p:nvSpPr>
        <p:spPr>
          <a:xfrm>
            <a:off x="4361545" y="3646300"/>
            <a:ext cx="33948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94" name="Google Shape;494;p82"/>
          <p:cNvSpPr/>
          <p:nvPr/>
        </p:nvSpPr>
        <p:spPr>
          <a:xfrm>
            <a:off x="457205" y="3537641"/>
            <a:ext cx="3157200" cy="44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82"/>
          <p:cNvSpPr/>
          <p:nvPr/>
        </p:nvSpPr>
        <p:spPr>
          <a:xfrm>
            <a:off x="8299430" y="3537641"/>
            <a:ext cx="3157200" cy="44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Key points 02">
  <p:cSld name="CUSTOM_6_1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83"/>
          <p:cNvSpPr txBox="1"/>
          <p:nvPr>
            <p:ph type="title"/>
          </p:nvPr>
        </p:nvSpPr>
        <p:spPr>
          <a:xfrm>
            <a:off x="457204" y="1796058"/>
            <a:ext cx="35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8" name="Google Shape;498;p83"/>
          <p:cNvSpPr txBox="1"/>
          <p:nvPr>
            <p:ph idx="2" type="title"/>
          </p:nvPr>
        </p:nvSpPr>
        <p:spPr>
          <a:xfrm>
            <a:off x="457210" y="335588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99" name="Google Shape;499;p83"/>
          <p:cNvSpPr txBox="1"/>
          <p:nvPr>
            <p:ph idx="3" type="title"/>
          </p:nvPr>
        </p:nvSpPr>
        <p:spPr>
          <a:xfrm>
            <a:off x="457210" y="641599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500" name="Google Shape;500;p83"/>
          <p:cNvSpPr txBox="1"/>
          <p:nvPr>
            <p:ph idx="1" type="body"/>
          </p:nvPr>
        </p:nvSpPr>
        <p:spPr>
          <a:xfrm>
            <a:off x="457200" y="2390575"/>
            <a:ext cx="5372100" cy="14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01" name="Google Shape;501;p83"/>
          <p:cNvSpPr txBox="1"/>
          <p:nvPr>
            <p:ph idx="4" type="title"/>
          </p:nvPr>
        </p:nvSpPr>
        <p:spPr>
          <a:xfrm>
            <a:off x="457204" y="4082308"/>
            <a:ext cx="35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2" name="Google Shape;502;p83"/>
          <p:cNvSpPr txBox="1"/>
          <p:nvPr>
            <p:ph idx="5" type="body"/>
          </p:nvPr>
        </p:nvSpPr>
        <p:spPr>
          <a:xfrm>
            <a:off x="457203" y="4676825"/>
            <a:ext cx="53721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03" name="Google Shape;503;p83"/>
          <p:cNvSpPr txBox="1"/>
          <p:nvPr>
            <p:ph idx="6" type="title"/>
          </p:nvPr>
        </p:nvSpPr>
        <p:spPr>
          <a:xfrm>
            <a:off x="6359654" y="3086108"/>
            <a:ext cx="35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4" name="Google Shape;504;p83"/>
          <p:cNvSpPr txBox="1"/>
          <p:nvPr>
            <p:ph idx="7" type="body"/>
          </p:nvPr>
        </p:nvSpPr>
        <p:spPr>
          <a:xfrm>
            <a:off x="6359650" y="3680625"/>
            <a:ext cx="5372100" cy="14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Key points 03">
  <p:cSld name="CUSTOM_7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84"/>
          <p:cNvSpPr/>
          <p:nvPr/>
        </p:nvSpPr>
        <p:spPr>
          <a:xfrm>
            <a:off x="7092071" y="382967"/>
            <a:ext cx="5218800" cy="1857600"/>
          </a:xfrm>
          <a:prstGeom prst="roundRect">
            <a:avLst>
              <a:gd fmla="val 3583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84"/>
          <p:cNvSpPr/>
          <p:nvPr/>
        </p:nvSpPr>
        <p:spPr>
          <a:xfrm>
            <a:off x="13050" y="0"/>
            <a:ext cx="12189000" cy="182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84"/>
          <p:cNvSpPr txBox="1"/>
          <p:nvPr/>
        </p:nvSpPr>
        <p:spPr>
          <a:xfrm>
            <a:off x="4612793" y="654150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09" name="Google Shape;509;p84"/>
          <p:cNvSpPr txBox="1"/>
          <p:nvPr>
            <p:ph type="title"/>
          </p:nvPr>
        </p:nvSpPr>
        <p:spPr>
          <a:xfrm>
            <a:off x="457204" y="3701033"/>
            <a:ext cx="35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0" name="Google Shape;510;p84"/>
          <p:cNvSpPr txBox="1"/>
          <p:nvPr>
            <p:ph idx="2" type="title"/>
          </p:nvPr>
        </p:nvSpPr>
        <p:spPr>
          <a:xfrm>
            <a:off x="457210" y="2240563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11" name="Google Shape;511;p84"/>
          <p:cNvSpPr txBox="1"/>
          <p:nvPr>
            <p:ph idx="3" type="title"/>
          </p:nvPr>
        </p:nvSpPr>
        <p:spPr>
          <a:xfrm>
            <a:off x="457210" y="254657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512" name="Google Shape;512;p84"/>
          <p:cNvSpPr txBox="1"/>
          <p:nvPr>
            <p:ph idx="1" type="body"/>
          </p:nvPr>
        </p:nvSpPr>
        <p:spPr>
          <a:xfrm>
            <a:off x="457195" y="4295550"/>
            <a:ext cx="33948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13" name="Google Shape;513;p84"/>
          <p:cNvSpPr txBox="1"/>
          <p:nvPr>
            <p:ph idx="4" type="title"/>
          </p:nvPr>
        </p:nvSpPr>
        <p:spPr>
          <a:xfrm>
            <a:off x="8265904" y="3701033"/>
            <a:ext cx="35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4" name="Google Shape;514;p84"/>
          <p:cNvSpPr txBox="1"/>
          <p:nvPr>
            <p:ph idx="5" type="body"/>
          </p:nvPr>
        </p:nvSpPr>
        <p:spPr>
          <a:xfrm>
            <a:off x="8265895" y="4295550"/>
            <a:ext cx="33948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15" name="Google Shape;515;p84"/>
          <p:cNvSpPr txBox="1"/>
          <p:nvPr>
            <p:ph idx="6" type="title"/>
          </p:nvPr>
        </p:nvSpPr>
        <p:spPr>
          <a:xfrm>
            <a:off x="4361554" y="3701033"/>
            <a:ext cx="35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6" name="Google Shape;516;p84"/>
          <p:cNvSpPr txBox="1"/>
          <p:nvPr>
            <p:ph idx="7" type="body"/>
          </p:nvPr>
        </p:nvSpPr>
        <p:spPr>
          <a:xfrm>
            <a:off x="4361545" y="4295550"/>
            <a:ext cx="33948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Key points 04">
  <p:cSld name="CUSTOM_8"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85"/>
          <p:cNvSpPr/>
          <p:nvPr/>
        </p:nvSpPr>
        <p:spPr>
          <a:xfrm>
            <a:off x="4022194" y="0"/>
            <a:ext cx="40221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85"/>
          <p:cNvSpPr/>
          <p:nvPr/>
        </p:nvSpPr>
        <p:spPr>
          <a:xfrm>
            <a:off x="25" y="0"/>
            <a:ext cx="4022100" cy="6858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85"/>
          <p:cNvSpPr/>
          <p:nvPr/>
        </p:nvSpPr>
        <p:spPr>
          <a:xfrm>
            <a:off x="8044387" y="0"/>
            <a:ext cx="4189800" cy="6858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85"/>
          <p:cNvSpPr txBox="1"/>
          <p:nvPr>
            <p:ph type="title"/>
          </p:nvPr>
        </p:nvSpPr>
        <p:spPr>
          <a:xfrm>
            <a:off x="457204" y="2396608"/>
            <a:ext cx="35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2" name="Google Shape;522;p85"/>
          <p:cNvSpPr txBox="1"/>
          <p:nvPr>
            <p:ph idx="1" type="body"/>
          </p:nvPr>
        </p:nvSpPr>
        <p:spPr>
          <a:xfrm>
            <a:off x="457195" y="2991125"/>
            <a:ext cx="33948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23" name="Google Shape;523;p85"/>
          <p:cNvSpPr txBox="1"/>
          <p:nvPr>
            <p:ph idx="2" type="title"/>
          </p:nvPr>
        </p:nvSpPr>
        <p:spPr>
          <a:xfrm>
            <a:off x="8265904" y="2396608"/>
            <a:ext cx="35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4" name="Google Shape;524;p85"/>
          <p:cNvSpPr txBox="1"/>
          <p:nvPr>
            <p:ph idx="3" type="body"/>
          </p:nvPr>
        </p:nvSpPr>
        <p:spPr>
          <a:xfrm>
            <a:off x="8265895" y="2991125"/>
            <a:ext cx="33948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25" name="Google Shape;525;p85"/>
          <p:cNvSpPr txBox="1"/>
          <p:nvPr>
            <p:ph idx="4" type="title"/>
          </p:nvPr>
        </p:nvSpPr>
        <p:spPr>
          <a:xfrm>
            <a:off x="4361554" y="2396608"/>
            <a:ext cx="35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6" name="Google Shape;526;p85"/>
          <p:cNvSpPr txBox="1"/>
          <p:nvPr>
            <p:ph idx="5" type="body"/>
          </p:nvPr>
        </p:nvSpPr>
        <p:spPr>
          <a:xfrm>
            <a:off x="4361545" y="2991125"/>
            <a:ext cx="33948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27" name="Google Shape;527;p85"/>
          <p:cNvSpPr txBox="1"/>
          <p:nvPr>
            <p:ph idx="6" type="title"/>
          </p:nvPr>
        </p:nvSpPr>
        <p:spPr>
          <a:xfrm>
            <a:off x="457210" y="338912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28" name="Google Shape;528;p85"/>
          <p:cNvSpPr txBox="1"/>
          <p:nvPr>
            <p:ph idx="7" type="title"/>
          </p:nvPr>
        </p:nvSpPr>
        <p:spPr>
          <a:xfrm>
            <a:off x="457210" y="644924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Key points 05">
  <p:cSld name="CUSTOM_8_1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86"/>
          <p:cNvSpPr txBox="1"/>
          <p:nvPr>
            <p:ph type="title"/>
          </p:nvPr>
        </p:nvSpPr>
        <p:spPr>
          <a:xfrm>
            <a:off x="457210" y="336690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31" name="Google Shape;531;p86"/>
          <p:cNvSpPr txBox="1"/>
          <p:nvPr>
            <p:ph idx="2" type="title"/>
          </p:nvPr>
        </p:nvSpPr>
        <p:spPr>
          <a:xfrm>
            <a:off x="457210" y="642702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532" name="Google Shape;532;p86"/>
          <p:cNvSpPr txBox="1"/>
          <p:nvPr>
            <p:ph idx="3" type="title"/>
          </p:nvPr>
        </p:nvSpPr>
        <p:spPr>
          <a:xfrm>
            <a:off x="457204" y="2396608"/>
            <a:ext cx="35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3" name="Google Shape;533;p86"/>
          <p:cNvSpPr txBox="1"/>
          <p:nvPr>
            <p:ph idx="1" type="body"/>
          </p:nvPr>
        </p:nvSpPr>
        <p:spPr>
          <a:xfrm>
            <a:off x="457195" y="2991125"/>
            <a:ext cx="33948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4" name="Google Shape;534;p86"/>
          <p:cNvSpPr txBox="1"/>
          <p:nvPr>
            <p:ph idx="4" type="title"/>
          </p:nvPr>
        </p:nvSpPr>
        <p:spPr>
          <a:xfrm>
            <a:off x="8265904" y="2396608"/>
            <a:ext cx="35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5" name="Google Shape;535;p86"/>
          <p:cNvSpPr txBox="1"/>
          <p:nvPr>
            <p:ph idx="5" type="body"/>
          </p:nvPr>
        </p:nvSpPr>
        <p:spPr>
          <a:xfrm>
            <a:off x="8265895" y="2991125"/>
            <a:ext cx="33948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6" name="Google Shape;536;p86"/>
          <p:cNvSpPr txBox="1"/>
          <p:nvPr>
            <p:ph idx="6" type="title"/>
          </p:nvPr>
        </p:nvSpPr>
        <p:spPr>
          <a:xfrm>
            <a:off x="4361554" y="2396608"/>
            <a:ext cx="35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7" name="Google Shape;537;p86"/>
          <p:cNvSpPr txBox="1"/>
          <p:nvPr>
            <p:ph idx="7" type="body"/>
          </p:nvPr>
        </p:nvSpPr>
        <p:spPr>
          <a:xfrm>
            <a:off x="4361545" y="2991125"/>
            <a:ext cx="33948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">
  <p:cSld name="CUSTOM_9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87"/>
          <p:cNvSpPr/>
          <p:nvPr/>
        </p:nvSpPr>
        <p:spPr>
          <a:xfrm>
            <a:off x="457201" y="3559729"/>
            <a:ext cx="1836000" cy="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87"/>
          <p:cNvSpPr txBox="1"/>
          <p:nvPr>
            <p:ph type="title"/>
          </p:nvPr>
        </p:nvSpPr>
        <p:spPr>
          <a:xfrm>
            <a:off x="325260" y="2455000"/>
            <a:ext cx="29676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Roboto Condensed"/>
              <a:buNone/>
              <a:defRPr b="1" sz="64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41" name="Google Shape;541;p87"/>
          <p:cNvSpPr txBox="1"/>
          <p:nvPr>
            <p:ph idx="2" type="title"/>
          </p:nvPr>
        </p:nvSpPr>
        <p:spPr>
          <a:xfrm>
            <a:off x="325260" y="3696867"/>
            <a:ext cx="29316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Roboto Condensed"/>
              <a:buNone/>
              <a:defRPr b="1" sz="19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542" name="Google Shape;542;p87"/>
          <p:cNvSpPr txBox="1"/>
          <p:nvPr>
            <p:ph idx="3" type="title"/>
          </p:nvPr>
        </p:nvSpPr>
        <p:spPr>
          <a:xfrm>
            <a:off x="325260" y="4128633"/>
            <a:ext cx="29316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None/>
              <a:defRPr sz="13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543" name="Google Shape;543;p87"/>
          <p:cNvSpPr txBox="1"/>
          <p:nvPr>
            <p:ph idx="4" type="title"/>
          </p:nvPr>
        </p:nvSpPr>
        <p:spPr>
          <a:xfrm>
            <a:off x="2364605" y="2569625"/>
            <a:ext cx="10410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2700"/>
              <a:buFont typeface="Roboto Condensed"/>
              <a:buNone/>
              <a:defRPr b="1" sz="27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44" name="Google Shape;544;p87"/>
          <p:cNvSpPr txBox="1"/>
          <p:nvPr>
            <p:ph idx="5" type="title"/>
          </p:nvPr>
        </p:nvSpPr>
        <p:spPr>
          <a:xfrm>
            <a:off x="4011735" y="2455000"/>
            <a:ext cx="29676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Roboto Condensed"/>
              <a:buNone/>
              <a:defRPr b="1" sz="64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45" name="Google Shape;545;p87"/>
          <p:cNvSpPr txBox="1"/>
          <p:nvPr>
            <p:ph idx="6" type="title"/>
          </p:nvPr>
        </p:nvSpPr>
        <p:spPr>
          <a:xfrm>
            <a:off x="4011735" y="3696867"/>
            <a:ext cx="29316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Roboto Condensed"/>
              <a:buNone/>
              <a:defRPr b="1" sz="19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546" name="Google Shape;546;p87"/>
          <p:cNvSpPr txBox="1"/>
          <p:nvPr>
            <p:ph idx="7" type="title"/>
          </p:nvPr>
        </p:nvSpPr>
        <p:spPr>
          <a:xfrm>
            <a:off x="4011735" y="4128633"/>
            <a:ext cx="29316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None/>
              <a:defRPr sz="13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547" name="Google Shape;547;p87"/>
          <p:cNvSpPr txBox="1"/>
          <p:nvPr>
            <p:ph idx="8" type="title"/>
          </p:nvPr>
        </p:nvSpPr>
        <p:spPr>
          <a:xfrm>
            <a:off x="6051080" y="2569625"/>
            <a:ext cx="10410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2700"/>
              <a:buFont typeface="Roboto Condensed"/>
              <a:buNone/>
              <a:defRPr b="1" sz="27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48" name="Google Shape;548;p87"/>
          <p:cNvSpPr txBox="1"/>
          <p:nvPr>
            <p:ph idx="9" type="title"/>
          </p:nvPr>
        </p:nvSpPr>
        <p:spPr>
          <a:xfrm>
            <a:off x="7698210" y="2455000"/>
            <a:ext cx="29676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Roboto Condensed"/>
              <a:buNone/>
              <a:defRPr b="1" sz="64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49" name="Google Shape;549;p87"/>
          <p:cNvSpPr txBox="1"/>
          <p:nvPr>
            <p:ph idx="13" type="title"/>
          </p:nvPr>
        </p:nvSpPr>
        <p:spPr>
          <a:xfrm>
            <a:off x="7698210" y="3696867"/>
            <a:ext cx="29316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Roboto Condensed"/>
              <a:buNone/>
              <a:defRPr b="1" sz="19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550" name="Google Shape;550;p87"/>
          <p:cNvSpPr txBox="1"/>
          <p:nvPr>
            <p:ph idx="14" type="title"/>
          </p:nvPr>
        </p:nvSpPr>
        <p:spPr>
          <a:xfrm>
            <a:off x="7698210" y="4128633"/>
            <a:ext cx="29316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None/>
              <a:defRPr sz="13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551" name="Google Shape;551;p87"/>
          <p:cNvSpPr txBox="1"/>
          <p:nvPr>
            <p:ph idx="15" type="title"/>
          </p:nvPr>
        </p:nvSpPr>
        <p:spPr>
          <a:xfrm>
            <a:off x="9737555" y="2569625"/>
            <a:ext cx="10410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2700"/>
              <a:buFont typeface="Roboto Condensed"/>
              <a:buNone/>
              <a:defRPr b="1" sz="27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52" name="Google Shape;552;p87"/>
          <p:cNvSpPr/>
          <p:nvPr/>
        </p:nvSpPr>
        <p:spPr>
          <a:xfrm>
            <a:off x="4185751" y="3559729"/>
            <a:ext cx="1836000" cy="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87"/>
          <p:cNvSpPr/>
          <p:nvPr/>
        </p:nvSpPr>
        <p:spPr>
          <a:xfrm>
            <a:off x="7836976" y="3559729"/>
            <a:ext cx="1836000" cy="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87"/>
          <p:cNvSpPr txBox="1"/>
          <p:nvPr>
            <p:ph idx="16" type="title"/>
          </p:nvPr>
        </p:nvSpPr>
        <p:spPr>
          <a:xfrm>
            <a:off x="457210" y="336690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55" name="Google Shape;555;p87"/>
          <p:cNvSpPr txBox="1"/>
          <p:nvPr>
            <p:ph idx="17" type="title"/>
          </p:nvPr>
        </p:nvSpPr>
        <p:spPr>
          <a:xfrm>
            <a:off x="457210" y="642702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Key points 07">
  <p:cSld name="CUSTOM_9_1">
    <p:bg>
      <p:bgPr>
        <a:solidFill>
          <a:srgbClr val="CF4100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88"/>
          <p:cNvSpPr/>
          <p:nvPr/>
        </p:nvSpPr>
        <p:spPr>
          <a:xfrm>
            <a:off x="457201" y="3559729"/>
            <a:ext cx="1836000" cy="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88"/>
          <p:cNvSpPr txBox="1"/>
          <p:nvPr>
            <p:ph type="title"/>
          </p:nvPr>
        </p:nvSpPr>
        <p:spPr>
          <a:xfrm>
            <a:off x="325260" y="2455000"/>
            <a:ext cx="29676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Roboto Condensed"/>
              <a:buNone/>
              <a:defRPr b="1" sz="6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59" name="Google Shape;559;p88"/>
          <p:cNvSpPr txBox="1"/>
          <p:nvPr>
            <p:ph idx="2" type="title"/>
          </p:nvPr>
        </p:nvSpPr>
        <p:spPr>
          <a:xfrm>
            <a:off x="325260" y="3696867"/>
            <a:ext cx="29316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Roboto Condensed"/>
              <a:buNone/>
              <a:defRPr b="1" sz="19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60" name="Google Shape;560;p88"/>
          <p:cNvSpPr txBox="1"/>
          <p:nvPr>
            <p:ph idx="3" type="title"/>
          </p:nvPr>
        </p:nvSpPr>
        <p:spPr>
          <a:xfrm>
            <a:off x="325260" y="4128633"/>
            <a:ext cx="29316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None/>
              <a:def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61" name="Google Shape;561;p88"/>
          <p:cNvSpPr txBox="1"/>
          <p:nvPr>
            <p:ph idx="4" type="title"/>
          </p:nvPr>
        </p:nvSpPr>
        <p:spPr>
          <a:xfrm>
            <a:off x="2364605" y="2569625"/>
            <a:ext cx="10410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Roboto Condensed"/>
              <a:buNone/>
              <a:defRPr b="1" sz="27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62" name="Google Shape;562;p88"/>
          <p:cNvSpPr txBox="1"/>
          <p:nvPr>
            <p:ph idx="5" type="title"/>
          </p:nvPr>
        </p:nvSpPr>
        <p:spPr>
          <a:xfrm>
            <a:off x="4011735" y="2455000"/>
            <a:ext cx="29676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Roboto Condensed"/>
              <a:buNone/>
              <a:defRPr b="1" sz="6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63" name="Google Shape;563;p88"/>
          <p:cNvSpPr txBox="1"/>
          <p:nvPr>
            <p:ph idx="6" type="title"/>
          </p:nvPr>
        </p:nvSpPr>
        <p:spPr>
          <a:xfrm>
            <a:off x="4011735" y="3696867"/>
            <a:ext cx="29316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Roboto Condensed"/>
              <a:buNone/>
              <a:defRPr b="1" sz="19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64" name="Google Shape;564;p88"/>
          <p:cNvSpPr txBox="1"/>
          <p:nvPr>
            <p:ph idx="7" type="title"/>
          </p:nvPr>
        </p:nvSpPr>
        <p:spPr>
          <a:xfrm>
            <a:off x="4011735" y="4128633"/>
            <a:ext cx="29316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None/>
              <a:def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65" name="Google Shape;565;p88"/>
          <p:cNvSpPr txBox="1"/>
          <p:nvPr>
            <p:ph idx="8" type="title"/>
          </p:nvPr>
        </p:nvSpPr>
        <p:spPr>
          <a:xfrm>
            <a:off x="6051080" y="2569625"/>
            <a:ext cx="10410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Roboto Condensed"/>
              <a:buNone/>
              <a:defRPr b="1" sz="27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66" name="Google Shape;566;p88"/>
          <p:cNvSpPr txBox="1"/>
          <p:nvPr>
            <p:ph idx="9" type="title"/>
          </p:nvPr>
        </p:nvSpPr>
        <p:spPr>
          <a:xfrm>
            <a:off x="7698210" y="2455000"/>
            <a:ext cx="29676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Roboto Condensed"/>
              <a:buNone/>
              <a:defRPr b="1" sz="6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67" name="Google Shape;567;p88"/>
          <p:cNvSpPr txBox="1"/>
          <p:nvPr>
            <p:ph idx="13" type="title"/>
          </p:nvPr>
        </p:nvSpPr>
        <p:spPr>
          <a:xfrm>
            <a:off x="7698210" y="3696867"/>
            <a:ext cx="29316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Roboto Condensed"/>
              <a:buNone/>
              <a:defRPr b="1" sz="19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68" name="Google Shape;568;p88"/>
          <p:cNvSpPr txBox="1"/>
          <p:nvPr>
            <p:ph idx="14" type="title"/>
          </p:nvPr>
        </p:nvSpPr>
        <p:spPr>
          <a:xfrm>
            <a:off x="7698210" y="4128633"/>
            <a:ext cx="29316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None/>
              <a:def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69" name="Google Shape;569;p88"/>
          <p:cNvSpPr txBox="1"/>
          <p:nvPr>
            <p:ph idx="15" type="title"/>
          </p:nvPr>
        </p:nvSpPr>
        <p:spPr>
          <a:xfrm>
            <a:off x="9737555" y="2569625"/>
            <a:ext cx="10410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Roboto Condensed"/>
              <a:buNone/>
              <a:defRPr b="1" sz="27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70" name="Google Shape;570;p88"/>
          <p:cNvSpPr/>
          <p:nvPr/>
        </p:nvSpPr>
        <p:spPr>
          <a:xfrm>
            <a:off x="4185751" y="3559729"/>
            <a:ext cx="1836000" cy="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88"/>
          <p:cNvSpPr/>
          <p:nvPr/>
        </p:nvSpPr>
        <p:spPr>
          <a:xfrm>
            <a:off x="7836976" y="3559729"/>
            <a:ext cx="1836000" cy="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88"/>
          <p:cNvSpPr txBox="1"/>
          <p:nvPr>
            <p:ph idx="16" type="title"/>
          </p:nvPr>
        </p:nvSpPr>
        <p:spPr>
          <a:xfrm>
            <a:off x="457210" y="336690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Condensed"/>
              <a:buNone/>
              <a:defRPr b="1" sz="11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73" name="Google Shape;573;p88"/>
          <p:cNvSpPr txBox="1"/>
          <p:nvPr>
            <p:ph idx="17" type="title"/>
          </p:nvPr>
        </p:nvSpPr>
        <p:spPr>
          <a:xfrm>
            <a:off x="457210" y="642702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Roboto Condensed"/>
              <a:buNone/>
              <a:defRPr b="1" sz="32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None/>
              <a:defRPr sz="43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None/>
              <a:defRPr sz="43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None/>
              <a:defRPr sz="43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None/>
              <a:defRPr sz="43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None/>
              <a:defRPr sz="43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None/>
              <a:defRPr sz="43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None/>
              <a:defRPr sz="43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None/>
              <a:defRPr sz="43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ics 01">
  <p:cSld name="CUSTOM_10">
    <p:bg>
      <p:bgPr>
        <a:solidFill>
          <a:schemeClr val="lt2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89"/>
          <p:cNvSpPr/>
          <p:nvPr/>
        </p:nvSpPr>
        <p:spPr>
          <a:xfrm>
            <a:off x="5829293" y="1570067"/>
            <a:ext cx="5999700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89"/>
          <p:cNvSpPr txBox="1"/>
          <p:nvPr>
            <p:ph type="title"/>
          </p:nvPr>
        </p:nvSpPr>
        <p:spPr>
          <a:xfrm>
            <a:off x="1828375" y="2351933"/>
            <a:ext cx="436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Condensed"/>
              <a:buNone/>
              <a:defRPr b="1" sz="21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77" name="Google Shape;577;p89"/>
          <p:cNvSpPr txBox="1"/>
          <p:nvPr>
            <p:ph idx="2" type="title"/>
          </p:nvPr>
        </p:nvSpPr>
        <p:spPr>
          <a:xfrm>
            <a:off x="1828375" y="2748733"/>
            <a:ext cx="43608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"/>
              <a:buNone/>
              <a:defRPr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9pPr>
          </a:lstStyle>
          <a:p/>
        </p:txBody>
      </p:sp>
      <p:sp>
        <p:nvSpPr>
          <p:cNvPr id="578" name="Google Shape;578;p89"/>
          <p:cNvSpPr txBox="1"/>
          <p:nvPr>
            <p:ph idx="3" type="title"/>
          </p:nvPr>
        </p:nvSpPr>
        <p:spPr>
          <a:xfrm>
            <a:off x="1828375" y="3627267"/>
            <a:ext cx="436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Condensed"/>
              <a:buNone/>
              <a:defRPr b="1" sz="21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79" name="Google Shape;579;p89"/>
          <p:cNvSpPr txBox="1"/>
          <p:nvPr>
            <p:ph idx="4" type="title"/>
          </p:nvPr>
        </p:nvSpPr>
        <p:spPr>
          <a:xfrm>
            <a:off x="1828375" y="4024067"/>
            <a:ext cx="43608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"/>
              <a:buNone/>
              <a:defRPr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9pPr>
          </a:lstStyle>
          <a:p/>
        </p:txBody>
      </p:sp>
      <p:sp>
        <p:nvSpPr>
          <p:cNvPr id="580" name="Google Shape;580;p89"/>
          <p:cNvSpPr txBox="1"/>
          <p:nvPr>
            <p:ph idx="5" type="title"/>
          </p:nvPr>
        </p:nvSpPr>
        <p:spPr>
          <a:xfrm>
            <a:off x="1828375" y="4902600"/>
            <a:ext cx="436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Condensed"/>
              <a:buNone/>
              <a:defRPr b="1" sz="21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1" name="Google Shape;581;p89"/>
          <p:cNvSpPr txBox="1"/>
          <p:nvPr>
            <p:ph idx="6" type="title"/>
          </p:nvPr>
        </p:nvSpPr>
        <p:spPr>
          <a:xfrm>
            <a:off x="1828375" y="5299400"/>
            <a:ext cx="43608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"/>
              <a:buNone/>
              <a:defRPr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9pPr>
          </a:lstStyle>
          <a:p/>
        </p:txBody>
      </p:sp>
      <p:sp>
        <p:nvSpPr>
          <p:cNvPr id="582" name="Google Shape;582;p89"/>
          <p:cNvSpPr txBox="1"/>
          <p:nvPr>
            <p:ph idx="7" type="title"/>
          </p:nvPr>
        </p:nvSpPr>
        <p:spPr>
          <a:xfrm>
            <a:off x="1828375" y="749987"/>
            <a:ext cx="31173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583" name="Google Shape;583;p89"/>
          <p:cNvSpPr txBox="1"/>
          <p:nvPr>
            <p:ph idx="8" type="title"/>
          </p:nvPr>
        </p:nvSpPr>
        <p:spPr>
          <a:xfrm>
            <a:off x="7092074" y="2961533"/>
            <a:ext cx="436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Condensed"/>
              <a:buNone/>
              <a:defRPr b="1" sz="21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4" name="Google Shape;584;p89"/>
          <p:cNvSpPr txBox="1"/>
          <p:nvPr>
            <p:ph idx="9" type="title"/>
          </p:nvPr>
        </p:nvSpPr>
        <p:spPr>
          <a:xfrm>
            <a:off x="7092074" y="3358333"/>
            <a:ext cx="43608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"/>
              <a:buNone/>
              <a:defRPr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9pPr>
          </a:lstStyle>
          <a:p/>
        </p:txBody>
      </p:sp>
      <p:sp>
        <p:nvSpPr>
          <p:cNvPr id="585" name="Google Shape;585;p89"/>
          <p:cNvSpPr txBox="1"/>
          <p:nvPr>
            <p:ph idx="13" type="title"/>
          </p:nvPr>
        </p:nvSpPr>
        <p:spPr>
          <a:xfrm>
            <a:off x="7092074" y="4236867"/>
            <a:ext cx="436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Condensed"/>
              <a:buNone/>
              <a:defRPr b="1" sz="21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6" name="Google Shape;586;p89"/>
          <p:cNvSpPr txBox="1"/>
          <p:nvPr>
            <p:ph idx="14" type="title"/>
          </p:nvPr>
        </p:nvSpPr>
        <p:spPr>
          <a:xfrm>
            <a:off x="7092074" y="4633667"/>
            <a:ext cx="43608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"/>
              <a:buNone/>
              <a:defRPr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9pPr>
          </a:lstStyle>
          <a:p/>
        </p:txBody>
      </p:sp>
      <p:sp>
        <p:nvSpPr>
          <p:cNvPr id="587" name="Google Shape;587;p89"/>
          <p:cNvSpPr txBox="1"/>
          <p:nvPr>
            <p:ph idx="15" type="title"/>
          </p:nvPr>
        </p:nvSpPr>
        <p:spPr>
          <a:xfrm>
            <a:off x="7092074" y="5512200"/>
            <a:ext cx="436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Condensed"/>
              <a:buNone/>
              <a:defRPr b="1" sz="21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8" name="Google Shape;588;p89"/>
          <p:cNvSpPr txBox="1"/>
          <p:nvPr>
            <p:ph idx="16" type="title"/>
          </p:nvPr>
        </p:nvSpPr>
        <p:spPr>
          <a:xfrm>
            <a:off x="7092074" y="5909000"/>
            <a:ext cx="43608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"/>
              <a:buNone/>
              <a:defRPr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52">
          <p15:clr>
            <a:srgbClr val="FA7B17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ics 02">
  <p:cSld name="CUSTOM_10_3">
    <p:bg>
      <p:bgPr>
        <a:solidFill>
          <a:schemeClr val="lt2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90"/>
          <p:cNvSpPr txBox="1"/>
          <p:nvPr>
            <p:ph type="title"/>
          </p:nvPr>
        </p:nvSpPr>
        <p:spPr>
          <a:xfrm>
            <a:off x="1980775" y="1981208"/>
            <a:ext cx="436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Condensed"/>
              <a:buNone/>
              <a:defRPr b="1" sz="21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1" name="Google Shape;591;p90"/>
          <p:cNvSpPr txBox="1"/>
          <p:nvPr>
            <p:ph idx="2" type="title"/>
          </p:nvPr>
        </p:nvSpPr>
        <p:spPr>
          <a:xfrm>
            <a:off x="1980775" y="2378008"/>
            <a:ext cx="43608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"/>
              <a:buNone/>
              <a:defRPr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9pPr>
          </a:lstStyle>
          <a:p/>
        </p:txBody>
      </p:sp>
      <p:sp>
        <p:nvSpPr>
          <p:cNvPr id="592" name="Google Shape;592;p90"/>
          <p:cNvSpPr txBox="1"/>
          <p:nvPr>
            <p:ph idx="3" type="title"/>
          </p:nvPr>
        </p:nvSpPr>
        <p:spPr>
          <a:xfrm>
            <a:off x="1980775" y="3256542"/>
            <a:ext cx="436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Condensed"/>
              <a:buNone/>
              <a:defRPr b="1" sz="21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3" name="Google Shape;593;p90"/>
          <p:cNvSpPr txBox="1"/>
          <p:nvPr>
            <p:ph idx="4" type="title"/>
          </p:nvPr>
        </p:nvSpPr>
        <p:spPr>
          <a:xfrm>
            <a:off x="1980775" y="3653342"/>
            <a:ext cx="43608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"/>
              <a:buNone/>
              <a:defRPr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9pPr>
          </a:lstStyle>
          <a:p/>
        </p:txBody>
      </p:sp>
      <p:sp>
        <p:nvSpPr>
          <p:cNvPr id="594" name="Google Shape;594;p90"/>
          <p:cNvSpPr txBox="1"/>
          <p:nvPr>
            <p:ph idx="5" type="title"/>
          </p:nvPr>
        </p:nvSpPr>
        <p:spPr>
          <a:xfrm>
            <a:off x="1980775" y="4531875"/>
            <a:ext cx="436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Condensed"/>
              <a:buNone/>
              <a:defRPr b="1" sz="21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5" name="Google Shape;595;p90"/>
          <p:cNvSpPr txBox="1"/>
          <p:nvPr>
            <p:ph idx="6" type="title"/>
          </p:nvPr>
        </p:nvSpPr>
        <p:spPr>
          <a:xfrm>
            <a:off x="1980775" y="4928675"/>
            <a:ext cx="43608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"/>
              <a:buNone/>
              <a:defRPr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9pPr>
          </a:lstStyle>
          <a:p/>
        </p:txBody>
      </p:sp>
      <p:sp>
        <p:nvSpPr>
          <p:cNvPr id="596" name="Google Shape;596;p90"/>
          <p:cNvSpPr txBox="1"/>
          <p:nvPr>
            <p:ph idx="7" type="title"/>
          </p:nvPr>
        </p:nvSpPr>
        <p:spPr>
          <a:xfrm>
            <a:off x="7244474" y="2590808"/>
            <a:ext cx="436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Condensed"/>
              <a:buNone/>
              <a:defRPr b="1" sz="21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7" name="Google Shape;597;p90"/>
          <p:cNvSpPr txBox="1"/>
          <p:nvPr>
            <p:ph idx="8" type="title"/>
          </p:nvPr>
        </p:nvSpPr>
        <p:spPr>
          <a:xfrm>
            <a:off x="7244474" y="2987608"/>
            <a:ext cx="43608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"/>
              <a:buNone/>
              <a:defRPr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9pPr>
          </a:lstStyle>
          <a:p/>
        </p:txBody>
      </p:sp>
      <p:sp>
        <p:nvSpPr>
          <p:cNvPr id="598" name="Google Shape;598;p90"/>
          <p:cNvSpPr txBox="1"/>
          <p:nvPr>
            <p:ph idx="9" type="title"/>
          </p:nvPr>
        </p:nvSpPr>
        <p:spPr>
          <a:xfrm>
            <a:off x="7244474" y="3866142"/>
            <a:ext cx="436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Condensed"/>
              <a:buNone/>
              <a:defRPr b="1" sz="21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9" name="Google Shape;599;p90"/>
          <p:cNvSpPr txBox="1"/>
          <p:nvPr>
            <p:ph idx="13" type="title"/>
          </p:nvPr>
        </p:nvSpPr>
        <p:spPr>
          <a:xfrm>
            <a:off x="7244474" y="4262942"/>
            <a:ext cx="43608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"/>
              <a:buNone/>
              <a:defRPr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9pPr>
          </a:lstStyle>
          <a:p/>
        </p:txBody>
      </p:sp>
      <p:sp>
        <p:nvSpPr>
          <p:cNvPr id="600" name="Google Shape;600;p90"/>
          <p:cNvSpPr txBox="1"/>
          <p:nvPr>
            <p:ph idx="14" type="title"/>
          </p:nvPr>
        </p:nvSpPr>
        <p:spPr>
          <a:xfrm>
            <a:off x="7244474" y="5141475"/>
            <a:ext cx="436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Condensed"/>
              <a:buNone/>
              <a:defRPr b="1" sz="21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01" name="Google Shape;601;p90"/>
          <p:cNvSpPr txBox="1"/>
          <p:nvPr>
            <p:ph idx="15" type="title"/>
          </p:nvPr>
        </p:nvSpPr>
        <p:spPr>
          <a:xfrm>
            <a:off x="7244474" y="5538275"/>
            <a:ext cx="43608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"/>
              <a:buNone/>
              <a:defRPr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52">
          <p15:clr>
            <a:srgbClr val="FA7B17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ics 03">
  <p:cSld name="CUSTOM_10_2">
    <p:bg>
      <p:bgPr>
        <a:solidFill>
          <a:schemeClr val="lt2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91"/>
          <p:cNvSpPr/>
          <p:nvPr/>
        </p:nvSpPr>
        <p:spPr>
          <a:xfrm>
            <a:off x="5829293" y="1570067"/>
            <a:ext cx="5999700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91"/>
          <p:cNvSpPr txBox="1"/>
          <p:nvPr>
            <p:ph type="title"/>
          </p:nvPr>
        </p:nvSpPr>
        <p:spPr>
          <a:xfrm>
            <a:off x="1828375" y="2351933"/>
            <a:ext cx="436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Condensed"/>
              <a:buNone/>
              <a:defRPr b="1" sz="21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05" name="Google Shape;605;p91"/>
          <p:cNvSpPr txBox="1"/>
          <p:nvPr>
            <p:ph idx="2" type="title"/>
          </p:nvPr>
        </p:nvSpPr>
        <p:spPr>
          <a:xfrm>
            <a:off x="1828375" y="2748733"/>
            <a:ext cx="43608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"/>
              <a:buNone/>
              <a:defRPr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9pPr>
          </a:lstStyle>
          <a:p/>
        </p:txBody>
      </p:sp>
      <p:sp>
        <p:nvSpPr>
          <p:cNvPr id="606" name="Google Shape;606;p91"/>
          <p:cNvSpPr txBox="1"/>
          <p:nvPr>
            <p:ph idx="3" type="title"/>
          </p:nvPr>
        </p:nvSpPr>
        <p:spPr>
          <a:xfrm>
            <a:off x="1828375" y="3627267"/>
            <a:ext cx="436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Condensed"/>
              <a:buNone/>
              <a:defRPr b="1" sz="21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07" name="Google Shape;607;p91"/>
          <p:cNvSpPr txBox="1"/>
          <p:nvPr>
            <p:ph idx="4" type="title"/>
          </p:nvPr>
        </p:nvSpPr>
        <p:spPr>
          <a:xfrm>
            <a:off x="1828375" y="4024067"/>
            <a:ext cx="43608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"/>
              <a:buNone/>
              <a:defRPr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9pPr>
          </a:lstStyle>
          <a:p/>
        </p:txBody>
      </p:sp>
      <p:sp>
        <p:nvSpPr>
          <p:cNvPr id="608" name="Google Shape;608;p91"/>
          <p:cNvSpPr txBox="1"/>
          <p:nvPr>
            <p:ph idx="5" type="title"/>
          </p:nvPr>
        </p:nvSpPr>
        <p:spPr>
          <a:xfrm>
            <a:off x="1828375" y="4902600"/>
            <a:ext cx="436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Condensed"/>
              <a:buNone/>
              <a:defRPr b="1" sz="21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09" name="Google Shape;609;p91"/>
          <p:cNvSpPr txBox="1"/>
          <p:nvPr>
            <p:ph idx="6" type="title"/>
          </p:nvPr>
        </p:nvSpPr>
        <p:spPr>
          <a:xfrm>
            <a:off x="1828375" y="5299400"/>
            <a:ext cx="43608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"/>
              <a:buNone/>
              <a:defRPr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9pPr>
          </a:lstStyle>
          <a:p/>
        </p:txBody>
      </p:sp>
      <p:sp>
        <p:nvSpPr>
          <p:cNvPr id="610" name="Google Shape;610;p91"/>
          <p:cNvSpPr txBox="1"/>
          <p:nvPr>
            <p:ph idx="7" type="title"/>
          </p:nvPr>
        </p:nvSpPr>
        <p:spPr>
          <a:xfrm>
            <a:off x="1828375" y="749987"/>
            <a:ext cx="31173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611" name="Google Shape;611;p91"/>
          <p:cNvSpPr txBox="1"/>
          <p:nvPr>
            <p:ph idx="8" type="title"/>
          </p:nvPr>
        </p:nvSpPr>
        <p:spPr>
          <a:xfrm>
            <a:off x="7092074" y="2961533"/>
            <a:ext cx="436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Condensed"/>
              <a:buNone/>
              <a:defRPr b="1" sz="21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12" name="Google Shape;612;p91"/>
          <p:cNvSpPr txBox="1"/>
          <p:nvPr>
            <p:ph idx="9" type="title"/>
          </p:nvPr>
        </p:nvSpPr>
        <p:spPr>
          <a:xfrm>
            <a:off x="7092074" y="3358333"/>
            <a:ext cx="43608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"/>
              <a:buNone/>
              <a:defRPr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9pPr>
          </a:lstStyle>
          <a:p/>
        </p:txBody>
      </p:sp>
      <p:sp>
        <p:nvSpPr>
          <p:cNvPr id="613" name="Google Shape;613;p91"/>
          <p:cNvSpPr txBox="1"/>
          <p:nvPr>
            <p:ph idx="13" type="title"/>
          </p:nvPr>
        </p:nvSpPr>
        <p:spPr>
          <a:xfrm>
            <a:off x="7092074" y="4236867"/>
            <a:ext cx="436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Condensed"/>
              <a:buNone/>
              <a:defRPr b="1" sz="21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14" name="Google Shape;614;p91"/>
          <p:cNvSpPr txBox="1"/>
          <p:nvPr>
            <p:ph idx="14" type="title"/>
          </p:nvPr>
        </p:nvSpPr>
        <p:spPr>
          <a:xfrm>
            <a:off x="7092074" y="4633667"/>
            <a:ext cx="43608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"/>
              <a:buNone/>
              <a:defRPr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52">
          <p15:clr>
            <a:srgbClr val="FA7B17"/>
          </p15:clr>
        </p15:guide>
        <p15:guide id="2" orient="horz" pos="2086">
          <p15:clr>
            <a:srgbClr val="FA7B17"/>
          </p15:clr>
        </p15:guide>
        <p15:guide id="3" orient="horz" pos="1141">
          <p15:clr>
            <a:srgbClr val="FA7B17"/>
          </p15:clr>
        </p15:guide>
        <p15:guide id="4" pos="3899">
          <p15:clr>
            <a:srgbClr val="FA7B17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ics 04">
  <p:cSld name="CUSTOM_10_1">
    <p:bg>
      <p:bgPr>
        <a:solidFill>
          <a:schemeClr val="lt2"/>
        </a:solidFill>
      </p:bgPr>
    </p:bg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92"/>
          <p:cNvSpPr/>
          <p:nvPr/>
        </p:nvSpPr>
        <p:spPr>
          <a:xfrm>
            <a:off x="5829293" y="1570067"/>
            <a:ext cx="5999700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92"/>
          <p:cNvSpPr txBox="1"/>
          <p:nvPr>
            <p:ph type="title"/>
          </p:nvPr>
        </p:nvSpPr>
        <p:spPr>
          <a:xfrm>
            <a:off x="1828375" y="2351933"/>
            <a:ext cx="436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Condensed"/>
              <a:buNone/>
              <a:defRPr b="1" sz="21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18" name="Google Shape;618;p92"/>
          <p:cNvSpPr txBox="1"/>
          <p:nvPr>
            <p:ph idx="2" type="title"/>
          </p:nvPr>
        </p:nvSpPr>
        <p:spPr>
          <a:xfrm>
            <a:off x="1828375" y="2748733"/>
            <a:ext cx="43608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"/>
              <a:buNone/>
              <a:defRPr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9pPr>
          </a:lstStyle>
          <a:p/>
        </p:txBody>
      </p:sp>
      <p:sp>
        <p:nvSpPr>
          <p:cNvPr id="619" name="Google Shape;619;p92"/>
          <p:cNvSpPr txBox="1"/>
          <p:nvPr>
            <p:ph idx="3" type="title"/>
          </p:nvPr>
        </p:nvSpPr>
        <p:spPr>
          <a:xfrm>
            <a:off x="1828375" y="3627267"/>
            <a:ext cx="436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Condensed"/>
              <a:buNone/>
              <a:defRPr b="1" sz="21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20" name="Google Shape;620;p92"/>
          <p:cNvSpPr txBox="1"/>
          <p:nvPr>
            <p:ph idx="4" type="title"/>
          </p:nvPr>
        </p:nvSpPr>
        <p:spPr>
          <a:xfrm>
            <a:off x="1828375" y="4024067"/>
            <a:ext cx="43608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"/>
              <a:buNone/>
              <a:defRPr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9pPr>
          </a:lstStyle>
          <a:p/>
        </p:txBody>
      </p:sp>
      <p:sp>
        <p:nvSpPr>
          <p:cNvPr id="621" name="Google Shape;621;p92"/>
          <p:cNvSpPr txBox="1"/>
          <p:nvPr>
            <p:ph idx="5" type="title"/>
          </p:nvPr>
        </p:nvSpPr>
        <p:spPr>
          <a:xfrm>
            <a:off x="1828375" y="749987"/>
            <a:ext cx="31173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622" name="Google Shape;622;p92"/>
          <p:cNvSpPr txBox="1"/>
          <p:nvPr>
            <p:ph idx="6" type="title"/>
          </p:nvPr>
        </p:nvSpPr>
        <p:spPr>
          <a:xfrm>
            <a:off x="7092074" y="2961533"/>
            <a:ext cx="436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Condensed"/>
              <a:buNone/>
              <a:defRPr b="1" sz="21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23" name="Google Shape;623;p92"/>
          <p:cNvSpPr txBox="1"/>
          <p:nvPr>
            <p:ph idx="7" type="title"/>
          </p:nvPr>
        </p:nvSpPr>
        <p:spPr>
          <a:xfrm>
            <a:off x="7092074" y="3358333"/>
            <a:ext cx="43608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"/>
              <a:buNone/>
              <a:defRPr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9pPr>
          </a:lstStyle>
          <a:p/>
        </p:txBody>
      </p:sp>
      <p:sp>
        <p:nvSpPr>
          <p:cNvPr id="624" name="Google Shape;624;p92"/>
          <p:cNvSpPr txBox="1"/>
          <p:nvPr>
            <p:ph idx="8" type="title"/>
          </p:nvPr>
        </p:nvSpPr>
        <p:spPr>
          <a:xfrm>
            <a:off x="7092074" y="4236867"/>
            <a:ext cx="436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Condensed"/>
              <a:buNone/>
              <a:defRPr b="1" sz="21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25" name="Google Shape;625;p92"/>
          <p:cNvSpPr txBox="1"/>
          <p:nvPr>
            <p:ph idx="9" type="title"/>
          </p:nvPr>
        </p:nvSpPr>
        <p:spPr>
          <a:xfrm>
            <a:off x="7092074" y="4633667"/>
            <a:ext cx="43608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"/>
              <a:buNone/>
              <a:defRPr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52">
          <p15:clr>
            <a:srgbClr val="FA7B17"/>
          </p15:clr>
        </p15:guide>
        <p15:guide id="2" orient="horz" pos="2086">
          <p15:clr>
            <a:srgbClr val="FA7B17"/>
          </p15:clr>
        </p15:guide>
        <p15:guide id="3" orient="horz" pos="1141">
          <p15:clr>
            <a:srgbClr val="FA7B17"/>
          </p15:clr>
        </p15:guide>
        <p15:guide id="4" pos="3899">
          <p15:clr>
            <a:srgbClr val="FA7B17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ics 05">
  <p:cSld name="CUSTOM_10_1_1">
    <p:bg>
      <p:bgPr>
        <a:solidFill>
          <a:schemeClr val="lt2"/>
        </a:solidFill>
      </p:bgPr>
    </p:bg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93"/>
          <p:cNvSpPr/>
          <p:nvPr/>
        </p:nvSpPr>
        <p:spPr>
          <a:xfrm>
            <a:off x="5829293" y="1570067"/>
            <a:ext cx="5999700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93"/>
          <p:cNvSpPr txBox="1"/>
          <p:nvPr>
            <p:ph type="title"/>
          </p:nvPr>
        </p:nvSpPr>
        <p:spPr>
          <a:xfrm>
            <a:off x="1828375" y="2351933"/>
            <a:ext cx="436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Condensed"/>
              <a:buNone/>
              <a:defRPr b="1" sz="21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29" name="Google Shape;629;p93"/>
          <p:cNvSpPr txBox="1"/>
          <p:nvPr>
            <p:ph idx="2" type="title"/>
          </p:nvPr>
        </p:nvSpPr>
        <p:spPr>
          <a:xfrm>
            <a:off x="1828375" y="2748733"/>
            <a:ext cx="43608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"/>
              <a:buNone/>
              <a:defRPr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9pPr>
          </a:lstStyle>
          <a:p/>
        </p:txBody>
      </p:sp>
      <p:sp>
        <p:nvSpPr>
          <p:cNvPr id="630" name="Google Shape;630;p93"/>
          <p:cNvSpPr txBox="1"/>
          <p:nvPr>
            <p:ph idx="3" type="title"/>
          </p:nvPr>
        </p:nvSpPr>
        <p:spPr>
          <a:xfrm>
            <a:off x="1828375" y="3627267"/>
            <a:ext cx="436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Condensed"/>
              <a:buNone/>
              <a:defRPr b="1" sz="21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31" name="Google Shape;631;p93"/>
          <p:cNvSpPr txBox="1"/>
          <p:nvPr>
            <p:ph idx="4" type="title"/>
          </p:nvPr>
        </p:nvSpPr>
        <p:spPr>
          <a:xfrm>
            <a:off x="1828375" y="4024067"/>
            <a:ext cx="43608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"/>
              <a:buNone/>
              <a:defRPr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9pPr>
          </a:lstStyle>
          <a:p/>
        </p:txBody>
      </p:sp>
      <p:sp>
        <p:nvSpPr>
          <p:cNvPr id="632" name="Google Shape;632;p93"/>
          <p:cNvSpPr txBox="1"/>
          <p:nvPr>
            <p:ph idx="5" type="title"/>
          </p:nvPr>
        </p:nvSpPr>
        <p:spPr>
          <a:xfrm>
            <a:off x="1828375" y="749987"/>
            <a:ext cx="31173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633" name="Google Shape;633;p93"/>
          <p:cNvSpPr txBox="1"/>
          <p:nvPr>
            <p:ph idx="6" type="title"/>
          </p:nvPr>
        </p:nvSpPr>
        <p:spPr>
          <a:xfrm>
            <a:off x="7092074" y="2961533"/>
            <a:ext cx="436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Condensed"/>
              <a:buNone/>
              <a:defRPr b="1" sz="21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34" name="Google Shape;634;p93"/>
          <p:cNvSpPr txBox="1"/>
          <p:nvPr>
            <p:ph idx="7" type="title"/>
          </p:nvPr>
        </p:nvSpPr>
        <p:spPr>
          <a:xfrm>
            <a:off x="7092074" y="3358333"/>
            <a:ext cx="43608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"/>
              <a:buNone/>
              <a:defRPr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52">
          <p15:clr>
            <a:srgbClr val="FA7B17"/>
          </p15:clr>
        </p15:guide>
        <p15:guide id="2" orient="horz" pos="2086">
          <p15:clr>
            <a:srgbClr val="FA7B17"/>
          </p15:clr>
        </p15:guide>
        <p15:guide id="3" orient="horz" pos="1141">
          <p15:clr>
            <a:srgbClr val="FA7B17"/>
          </p15:clr>
        </p15:guide>
        <p15:guide id="4" pos="3899">
          <p15:clr>
            <a:srgbClr val="FA7B17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ics 06">
  <p:cSld name="CUSTOM_10_1_1_1">
    <p:bg>
      <p:bgPr>
        <a:solidFill>
          <a:schemeClr val="lt2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94"/>
          <p:cNvSpPr/>
          <p:nvPr/>
        </p:nvSpPr>
        <p:spPr>
          <a:xfrm>
            <a:off x="5829293" y="1570067"/>
            <a:ext cx="5999700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94"/>
          <p:cNvSpPr txBox="1"/>
          <p:nvPr>
            <p:ph type="title"/>
          </p:nvPr>
        </p:nvSpPr>
        <p:spPr>
          <a:xfrm>
            <a:off x="1828375" y="2351933"/>
            <a:ext cx="436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Condensed"/>
              <a:buNone/>
              <a:defRPr b="1" sz="21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38" name="Google Shape;638;p94"/>
          <p:cNvSpPr txBox="1"/>
          <p:nvPr>
            <p:ph idx="2" type="title"/>
          </p:nvPr>
        </p:nvSpPr>
        <p:spPr>
          <a:xfrm>
            <a:off x="1828375" y="2748733"/>
            <a:ext cx="43608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"/>
              <a:buNone/>
              <a:defRPr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9pPr>
          </a:lstStyle>
          <a:p/>
        </p:txBody>
      </p:sp>
      <p:sp>
        <p:nvSpPr>
          <p:cNvPr id="639" name="Google Shape;639;p94"/>
          <p:cNvSpPr txBox="1"/>
          <p:nvPr>
            <p:ph idx="3" type="title"/>
          </p:nvPr>
        </p:nvSpPr>
        <p:spPr>
          <a:xfrm>
            <a:off x="1828375" y="749987"/>
            <a:ext cx="31173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640" name="Google Shape;640;p94"/>
          <p:cNvSpPr txBox="1"/>
          <p:nvPr>
            <p:ph idx="4" type="title"/>
          </p:nvPr>
        </p:nvSpPr>
        <p:spPr>
          <a:xfrm>
            <a:off x="7092074" y="2961533"/>
            <a:ext cx="436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Condensed"/>
              <a:buNone/>
              <a:defRPr b="1" sz="21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1" name="Google Shape;641;p94"/>
          <p:cNvSpPr txBox="1"/>
          <p:nvPr>
            <p:ph idx="5" type="title"/>
          </p:nvPr>
        </p:nvSpPr>
        <p:spPr>
          <a:xfrm>
            <a:off x="7092074" y="3358333"/>
            <a:ext cx="43608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"/>
              <a:buNone/>
              <a:defRPr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1600">
                <a:solidFill>
                  <a:srgbClr val="666666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52">
          <p15:clr>
            <a:srgbClr val="FA7B17"/>
          </p15:clr>
        </p15:guide>
        <p15:guide id="2" orient="horz" pos="2086">
          <p15:clr>
            <a:srgbClr val="FA7B17"/>
          </p15:clr>
        </p15:guide>
        <p15:guide id="3" orient="horz" pos="1141">
          <p15:clr>
            <a:srgbClr val="FA7B17"/>
          </p15:clr>
        </p15:guide>
        <p15:guide id="4" pos="3899">
          <p15:clr>
            <a:srgbClr val="FA7B17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01">
  <p:cSld name="CUSTOM_11"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95"/>
          <p:cNvSpPr/>
          <p:nvPr/>
        </p:nvSpPr>
        <p:spPr>
          <a:xfrm>
            <a:off x="1212763" y="1902400"/>
            <a:ext cx="1550100" cy="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95"/>
          <p:cNvSpPr txBox="1"/>
          <p:nvPr>
            <p:ph type="title"/>
          </p:nvPr>
        </p:nvSpPr>
        <p:spPr>
          <a:xfrm>
            <a:off x="1212773" y="2251300"/>
            <a:ext cx="67002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45" name="Google Shape;645;p95"/>
          <p:cNvSpPr txBox="1"/>
          <p:nvPr>
            <p:ph idx="1" type="subTitle"/>
          </p:nvPr>
        </p:nvSpPr>
        <p:spPr>
          <a:xfrm>
            <a:off x="1212763" y="4723833"/>
            <a:ext cx="50220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200"/>
              <a:buFont typeface="Roboto Condensed"/>
              <a:buNone/>
              <a:defRPr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64">
          <p15:clr>
            <a:srgbClr val="FA7B17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02 - Light Background">
  <p:cSld name="CUSTOM_11_2"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7" name="Google Shape;647;p96"/>
          <p:cNvPicPr preferRelativeResize="0"/>
          <p:nvPr/>
        </p:nvPicPr>
        <p:blipFill rotWithShape="1">
          <a:blip r:embed="rId2">
            <a:alphaModFix/>
          </a:blip>
          <a:srcRect b="3419" l="3391" r="0" t="0"/>
          <a:stretch/>
        </p:blipFill>
        <p:spPr>
          <a:xfrm rot="-5400000">
            <a:off x="2660950" y="-2670001"/>
            <a:ext cx="6862952" cy="12193050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96"/>
          <p:cNvSpPr/>
          <p:nvPr/>
        </p:nvSpPr>
        <p:spPr>
          <a:xfrm>
            <a:off x="1212763" y="1902400"/>
            <a:ext cx="1550100" cy="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96"/>
          <p:cNvSpPr txBox="1"/>
          <p:nvPr>
            <p:ph type="title"/>
          </p:nvPr>
        </p:nvSpPr>
        <p:spPr>
          <a:xfrm>
            <a:off x="1212773" y="2251300"/>
            <a:ext cx="67002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50" name="Google Shape;650;p96"/>
          <p:cNvSpPr txBox="1"/>
          <p:nvPr>
            <p:ph idx="1" type="subTitle"/>
          </p:nvPr>
        </p:nvSpPr>
        <p:spPr>
          <a:xfrm>
            <a:off x="1212763" y="4723833"/>
            <a:ext cx="50220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200"/>
              <a:buFont typeface="Roboto Condensed"/>
              <a:buNone/>
              <a:defRPr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03">
  <p:cSld name="CUSTOM_11_2_1"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97"/>
          <p:cNvSpPr/>
          <p:nvPr/>
        </p:nvSpPr>
        <p:spPr>
          <a:xfrm>
            <a:off x="6543563" y="5000392"/>
            <a:ext cx="5218800" cy="1857600"/>
          </a:xfrm>
          <a:prstGeom prst="roundRect">
            <a:avLst>
              <a:gd fmla="val 3583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97"/>
          <p:cNvSpPr/>
          <p:nvPr/>
        </p:nvSpPr>
        <p:spPr>
          <a:xfrm>
            <a:off x="7308605" y="100"/>
            <a:ext cx="48933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97"/>
          <p:cNvSpPr txBox="1"/>
          <p:nvPr/>
        </p:nvSpPr>
        <p:spPr>
          <a:xfrm>
            <a:off x="8538697" y="3168800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55" name="Google Shape;655;p97"/>
          <p:cNvSpPr/>
          <p:nvPr/>
        </p:nvSpPr>
        <p:spPr>
          <a:xfrm>
            <a:off x="1212763" y="1902400"/>
            <a:ext cx="1550100" cy="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97"/>
          <p:cNvSpPr txBox="1"/>
          <p:nvPr>
            <p:ph type="title"/>
          </p:nvPr>
        </p:nvSpPr>
        <p:spPr>
          <a:xfrm>
            <a:off x="1212775" y="2251300"/>
            <a:ext cx="4704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57" name="Google Shape;657;p97"/>
          <p:cNvSpPr txBox="1"/>
          <p:nvPr>
            <p:ph idx="1" type="subTitle"/>
          </p:nvPr>
        </p:nvSpPr>
        <p:spPr>
          <a:xfrm>
            <a:off x="1212763" y="4723833"/>
            <a:ext cx="50220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200"/>
              <a:buFont typeface="Roboto Condensed"/>
              <a:buNone/>
              <a:defRPr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04 - Dark Background">
  <p:cSld name="CUSTOM_11_1">
    <p:bg>
      <p:bgPr>
        <a:solidFill>
          <a:srgbClr val="000000"/>
        </a:solidFill>
      </p:bgPr>
    </p:bg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9" name="Google Shape;659;p9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46246" y="0"/>
            <a:ext cx="6242704" cy="6110737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98"/>
          <p:cNvSpPr/>
          <p:nvPr/>
        </p:nvSpPr>
        <p:spPr>
          <a:xfrm>
            <a:off x="1212763" y="1902400"/>
            <a:ext cx="1550100" cy="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98"/>
          <p:cNvSpPr txBox="1"/>
          <p:nvPr>
            <p:ph type="title"/>
          </p:nvPr>
        </p:nvSpPr>
        <p:spPr>
          <a:xfrm>
            <a:off x="1212773" y="2251300"/>
            <a:ext cx="67002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Roboto Condensed"/>
              <a:buNone/>
              <a:defRPr b="1" sz="32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62" name="Google Shape;662;p98"/>
          <p:cNvSpPr txBox="1"/>
          <p:nvPr>
            <p:ph idx="1" type="subTitle"/>
          </p:nvPr>
        </p:nvSpPr>
        <p:spPr>
          <a:xfrm>
            <a:off x="1212763" y="4723833"/>
            <a:ext cx="50220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200"/>
              <a:buFont typeface="Roboto Condensed"/>
              <a:buNone/>
              <a:defRPr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05">
  <p:cSld name="CUSTOM_11_1_1">
    <p:bg>
      <p:bgPr>
        <a:solidFill>
          <a:srgbClr val="CF4100"/>
        </a:solidFill>
      </p:bgPr>
    </p:bg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99"/>
          <p:cNvSpPr/>
          <p:nvPr/>
        </p:nvSpPr>
        <p:spPr>
          <a:xfrm>
            <a:off x="1212763" y="1902400"/>
            <a:ext cx="1550100" cy="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99"/>
          <p:cNvSpPr txBox="1"/>
          <p:nvPr>
            <p:ph type="title"/>
          </p:nvPr>
        </p:nvSpPr>
        <p:spPr>
          <a:xfrm>
            <a:off x="1212773" y="2251300"/>
            <a:ext cx="67002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Roboto Condensed"/>
              <a:buNone/>
              <a:defRPr b="1" sz="32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66" name="Google Shape;666;p99"/>
          <p:cNvSpPr txBox="1"/>
          <p:nvPr>
            <p:ph idx="1" type="subTitle"/>
          </p:nvPr>
        </p:nvSpPr>
        <p:spPr>
          <a:xfrm>
            <a:off x="1212763" y="4723833"/>
            <a:ext cx="50220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Condensed"/>
              <a:buNone/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06">
  <p:cSld name="CUSTOM_12"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100"/>
          <p:cNvSpPr/>
          <p:nvPr/>
        </p:nvSpPr>
        <p:spPr>
          <a:xfrm>
            <a:off x="7096478" y="4089182"/>
            <a:ext cx="1550100" cy="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100"/>
          <p:cNvSpPr txBox="1"/>
          <p:nvPr>
            <p:ph idx="1" type="subTitle"/>
          </p:nvPr>
        </p:nvSpPr>
        <p:spPr>
          <a:xfrm>
            <a:off x="7096471" y="4346433"/>
            <a:ext cx="39291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Roboto Condensed"/>
              <a:buNone/>
              <a:defRPr b="1" sz="19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70" name="Google Shape;670;p100"/>
          <p:cNvSpPr txBox="1"/>
          <p:nvPr>
            <p:ph idx="2" type="subTitle"/>
          </p:nvPr>
        </p:nvSpPr>
        <p:spPr>
          <a:xfrm>
            <a:off x="7096476" y="5452575"/>
            <a:ext cx="29823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00"/>
              <a:buFont typeface="Roboto"/>
              <a:buNone/>
              <a:defRPr sz="11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71" name="Google Shape;671;p100"/>
          <p:cNvSpPr txBox="1"/>
          <p:nvPr>
            <p:ph type="title"/>
          </p:nvPr>
        </p:nvSpPr>
        <p:spPr>
          <a:xfrm>
            <a:off x="457203" y="1577663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72" name="Google Shape;672;p100"/>
          <p:cNvSpPr txBox="1"/>
          <p:nvPr>
            <p:ph idx="3" type="title"/>
          </p:nvPr>
        </p:nvSpPr>
        <p:spPr>
          <a:xfrm>
            <a:off x="457203" y="188367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pic>
        <p:nvPicPr>
          <p:cNvPr id="673" name="Google Shape;673;p10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199" y="457198"/>
            <a:ext cx="1377499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100"/>
          <p:cNvSpPr txBox="1"/>
          <p:nvPr>
            <p:ph idx="4" type="body"/>
          </p:nvPr>
        </p:nvSpPr>
        <p:spPr>
          <a:xfrm>
            <a:off x="457203" y="3086100"/>
            <a:ext cx="55929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>
          <p15:clr>
            <a:srgbClr val="FA7B17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07">
  <p:cSld name="CUSTOM_12_1"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101"/>
          <p:cNvSpPr/>
          <p:nvPr/>
        </p:nvSpPr>
        <p:spPr>
          <a:xfrm>
            <a:off x="6359653" y="441882"/>
            <a:ext cx="1550100" cy="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101"/>
          <p:cNvSpPr txBox="1"/>
          <p:nvPr>
            <p:ph idx="1" type="subTitle"/>
          </p:nvPr>
        </p:nvSpPr>
        <p:spPr>
          <a:xfrm>
            <a:off x="6359646" y="699133"/>
            <a:ext cx="39291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Roboto Condensed"/>
              <a:buNone/>
              <a:defRPr b="1" sz="19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78" name="Google Shape;678;p101"/>
          <p:cNvSpPr txBox="1"/>
          <p:nvPr>
            <p:ph idx="2" type="subTitle"/>
          </p:nvPr>
        </p:nvSpPr>
        <p:spPr>
          <a:xfrm>
            <a:off x="6359652" y="1805267"/>
            <a:ext cx="97731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00"/>
              <a:buFont typeface="Roboto"/>
              <a:buNone/>
              <a:defRPr sz="11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pic>
        <p:nvPicPr>
          <p:cNvPr id="679" name="Google Shape;679;p10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199" y="457198"/>
            <a:ext cx="1377499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101"/>
          <p:cNvSpPr txBox="1"/>
          <p:nvPr>
            <p:ph type="title"/>
          </p:nvPr>
        </p:nvSpPr>
        <p:spPr>
          <a:xfrm>
            <a:off x="457203" y="1577663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81" name="Google Shape;681;p101"/>
          <p:cNvSpPr txBox="1"/>
          <p:nvPr>
            <p:ph idx="3" type="title"/>
          </p:nvPr>
        </p:nvSpPr>
        <p:spPr>
          <a:xfrm>
            <a:off x="457203" y="188367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682" name="Google Shape;682;p101"/>
          <p:cNvSpPr txBox="1"/>
          <p:nvPr>
            <p:ph idx="4" type="body"/>
          </p:nvPr>
        </p:nvSpPr>
        <p:spPr>
          <a:xfrm>
            <a:off x="457200" y="3645675"/>
            <a:ext cx="53721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83" name="Google Shape;683;p101"/>
          <p:cNvSpPr txBox="1"/>
          <p:nvPr>
            <p:ph idx="5" type="body"/>
          </p:nvPr>
        </p:nvSpPr>
        <p:spPr>
          <a:xfrm>
            <a:off x="6359653" y="3645675"/>
            <a:ext cx="55929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590">
          <p15:clr>
            <a:srgbClr val="FA7B17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08">
  <p:cSld name="CUSTOM_12_1_1"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02"/>
          <p:cNvSpPr/>
          <p:nvPr/>
        </p:nvSpPr>
        <p:spPr>
          <a:xfrm>
            <a:off x="461459" y="4771015"/>
            <a:ext cx="1550100" cy="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102"/>
          <p:cNvSpPr txBox="1"/>
          <p:nvPr>
            <p:ph idx="1" type="subTitle"/>
          </p:nvPr>
        </p:nvSpPr>
        <p:spPr>
          <a:xfrm>
            <a:off x="457201" y="5028267"/>
            <a:ext cx="39291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Roboto Condensed"/>
              <a:buNone/>
              <a:defRPr b="1" sz="19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87" name="Google Shape;687;p102"/>
          <p:cNvSpPr txBox="1"/>
          <p:nvPr>
            <p:ph idx="2" type="subTitle"/>
          </p:nvPr>
        </p:nvSpPr>
        <p:spPr>
          <a:xfrm>
            <a:off x="457203" y="6134400"/>
            <a:ext cx="54825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00"/>
              <a:buFont typeface="Roboto"/>
              <a:buNone/>
              <a:defRPr sz="11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pic>
        <p:nvPicPr>
          <p:cNvPr id="688" name="Google Shape;688;p10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199" y="457198"/>
            <a:ext cx="1377499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102"/>
          <p:cNvSpPr txBox="1"/>
          <p:nvPr>
            <p:ph idx="3" type="body"/>
          </p:nvPr>
        </p:nvSpPr>
        <p:spPr>
          <a:xfrm>
            <a:off x="457200" y="1828800"/>
            <a:ext cx="53721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90" name="Google Shape;690;p102"/>
          <p:cNvSpPr txBox="1"/>
          <p:nvPr>
            <p:ph idx="4" type="body"/>
          </p:nvPr>
        </p:nvSpPr>
        <p:spPr>
          <a:xfrm>
            <a:off x="6359653" y="1828800"/>
            <a:ext cx="55929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07">
          <p15:clr>
            <a:srgbClr val="FA7B17"/>
          </p15:clr>
        </p15:guide>
        <p15:guide id="2" orient="horz" pos="2590">
          <p15:clr>
            <a:srgbClr val="FA7B17"/>
          </p15:clr>
        </p15:guide>
        <p15:guide id="3" orient="horz" pos="2595">
          <p15:clr>
            <a:srgbClr val="FA7B17"/>
          </p15:clr>
        </p15:guide>
        <p15:guide id="4" orient="horz" pos="1152">
          <p15:clr>
            <a:srgbClr val="FA7B17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ography 01">
  <p:cSld name="CUSTOM_13"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03"/>
          <p:cNvSpPr/>
          <p:nvPr/>
        </p:nvSpPr>
        <p:spPr>
          <a:xfrm>
            <a:off x="6246837" y="0"/>
            <a:ext cx="5942100" cy="6858000"/>
          </a:xfrm>
          <a:prstGeom prst="roundRect">
            <a:avLst>
              <a:gd fmla="val 0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3" name="Google Shape;693;p10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58967" y="1737800"/>
            <a:ext cx="6111201" cy="443648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5882"/>
              </a:srgbClr>
            </a:outerShdw>
          </a:effectLst>
        </p:spPr>
      </p:pic>
      <p:sp>
        <p:nvSpPr>
          <p:cNvPr id="694" name="Google Shape;694;p103"/>
          <p:cNvSpPr txBox="1"/>
          <p:nvPr>
            <p:ph type="title"/>
          </p:nvPr>
        </p:nvSpPr>
        <p:spPr>
          <a:xfrm>
            <a:off x="457203" y="1577663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95" name="Google Shape;695;p103"/>
          <p:cNvSpPr txBox="1"/>
          <p:nvPr>
            <p:ph idx="2" type="title"/>
          </p:nvPr>
        </p:nvSpPr>
        <p:spPr>
          <a:xfrm>
            <a:off x="457203" y="188367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pic>
        <p:nvPicPr>
          <p:cNvPr id="696" name="Google Shape;696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9" y="457198"/>
            <a:ext cx="1377499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103"/>
          <p:cNvSpPr txBox="1"/>
          <p:nvPr>
            <p:ph idx="1" type="body"/>
          </p:nvPr>
        </p:nvSpPr>
        <p:spPr>
          <a:xfrm>
            <a:off x="457203" y="3086100"/>
            <a:ext cx="55929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ography 02">
  <p:cSld name="CUSTOM_14">
    <p:bg>
      <p:bgPr>
        <a:solidFill>
          <a:schemeClr val="lt2"/>
        </a:solidFill>
      </p:bgPr>
    </p:bg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9" name="Google Shape;699;p10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19929" y="564134"/>
            <a:ext cx="8149092" cy="591593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5882"/>
              </a:srgbClr>
            </a:outerShdw>
          </a:effectLst>
        </p:spPr>
      </p:pic>
      <p:pic>
        <p:nvPicPr>
          <p:cNvPr id="700" name="Google Shape;700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9" y="457198"/>
            <a:ext cx="1377499" cy="23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macbook 01">
  <p:cSld name="CUSTOM_15"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105"/>
          <p:cNvSpPr/>
          <p:nvPr/>
        </p:nvSpPr>
        <p:spPr>
          <a:xfrm>
            <a:off x="8207580" y="1791067"/>
            <a:ext cx="3981300" cy="5066700"/>
          </a:xfrm>
          <a:prstGeom prst="roundRect">
            <a:avLst>
              <a:gd fmla="val 0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105"/>
          <p:cNvSpPr/>
          <p:nvPr/>
        </p:nvSpPr>
        <p:spPr>
          <a:xfrm>
            <a:off x="9809445" y="1004633"/>
            <a:ext cx="2618400" cy="1857600"/>
          </a:xfrm>
          <a:prstGeom prst="roundRect">
            <a:avLst>
              <a:gd fmla="val 3583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4" name="Google Shape;704;p10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98324" y="1574767"/>
            <a:ext cx="6037560" cy="3864033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105"/>
          <p:cNvSpPr txBox="1"/>
          <p:nvPr>
            <p:ph type="title"/>
          </p:nvPr>
        </p:nvSpPr>
        <p:spPr>
          <a:xfrm>
            <a:off x="457203" y="1577663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706" name="Google Shape;706;p105"/>
          <p:cNvSpPr txBox="1"/>
          <p:nvPr>
            <p:ph idx="2" type="title"/>
          </p:nvPr>
        </p:nvSpPr>
        <p:spPr>
          <a:xfrm>
            <a:off x="457203" y="188367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pic>
        <p:nvPicPr>
          <p:cNvPr id="707" name="Google Shape;707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9" y="457198"/>
            <a:ext cx="1377499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105"/>
          <p:cNvSpPr txBox="1"/>
          <p:nvPr>
            <p:ph idx="1" type="body"/>
          </p:nvPr>
        </p:nvSpPr>
        <p:spPr>
          <a:xfrm>
            <a:off x="457203" y="3086100"/>
            <a:ext cx="55929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macbook 02">
  <p:cSld name="CUSTOM_15_1"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106"/>
          <p:cNvSpPr/>
          <p:nvPr/>
        </p:nvSpPr>
        <p:spPr>
          <a:xfrm>
            <a:off x="0" y="1791067"/>
            <a:ext cx="3981300" cy="5066700"/>
          </a:xfrm>
          <a:prstGeom prst="roundRect">
            <a:avLst>
              <a:gd fmla="val 0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106"/>
          <p:cNvSpPr/>
          <p:nvPr/>
        </p:nvSpPr>
        <p:spPr>
          <a:xfrm>
            <a:off x="-228676" y="1004633"/>
            <a:ext cx="2618400" cy="1857600"/>
          </a:xfrm>
          <a:prstGeom prst="roundRect">
            <a:avLst>
              <a:gd fmla="val 3583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2" name="Google Shape;712;p10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2839" y="1574767"/>
            <a:ext cx="6037560" cy="3864033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106"/>
          <p:cNvSpPr txBox="1"/>
          <p:nvPr>
            <p:ph type="title"/>
          </p:nvPr>
        </p:nvSpPr>
        <p:spPr>
          <a:xfrm>
            <a:off x="6359649" y="1577663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714" name="Google Shape;714;p106"/>
          <p:cNvSpPr txBox="1"/>
          <p:nvPr>
            <p:ph idx="2" type="title"/>
          </p:nvPr>
        </p:nvSpPr>
        <p:spPr>
          <a:xfrm>
            <a:off x="6359649" y="188367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715" name="Google Shape;715;p106"/>
          <p:cNvSpPr txBox="1"/>
          <p:nvPr>
            <p:ph idx="1" type="body"/>
          </p:nvPr>
        </p:nvSpPr>
        <p:spPr>
          <a:xfrm>
            <a:off x="6359651" y="2911125"/>
            <a:ext cx="56787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716" name="Google Shape;716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9642" y="457198"/>
            <a:ext cx="1377499" cy="23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macbook 03">
  <p:cSld name="Blank - Light"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07"/>
          <p:cNvSpPr/>
          <p:nvPr/>
        </p:nvSpPr>
        <p:spPr>
          <a:xfrm>
            <a:off x="5829299" y="1791067"/>
            <a:ext cx="6690600" cy="5066700"/>
          </a:xfrm>
          <a:prstGeom prst="roundRect">
            <a:avLst>
              <a:gd fmla="val 0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107"/>
          <p:cNvSpPr/>
          <p:nvPr/>
        </p:nvSpPr>
        <p:spPr>
          <a:xfrm>
            <a:off x="7426375" y="1004626"/>
            <a:ext cx="5218800" cy="1857600"/>
          </a:xfrm>
          <a:prstGeom prst="roundRect">
            <a:avLst>
              <a:gd fmla="val 3583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0" name="Google Shape;720;p10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75697" y="1574767"/>
            <a:ext cx="6037560" cy="3864033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107"/>
          <p:cNvSpPr txBox="1"/>
          <p:nvPr>
            <p:ph idx="1" type="subTitle"/>
          </p:nvPr>
        </p:nvSpPr>
        <p:spPr>
          <a:xfrm>
            <a:off x="333597" y="5815733"/>
            <a:ext cx="31752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oboto"/>
              <a:buNone/>
              <a:defRPr sz="1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pic>
        <p:nvPicPr>
          <p:cNvPr id="722" name="Google Shape;722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9" y="457198"/>
            <a:ext cx="1377499" cy="23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Smartphone 01">
  <p:cSld name="Blank - Light_2">
    <p:bg>
      <p:bgPr>
        <a:solidFill>
          <a:schemeClr val="lt2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108"/>
          <p:cNvSpPr/>
          <p:nvPr/>
        </p:nvSpPr>
        <p:spPr>
          <a:xfrm>
            <a:off x="1100852" y="2803204"/>
            <a:ext cx="2834400" cy="1392300"/>
          </a:xfrm>
          <a:prstGeom prst="roundRect">
            <a:avLst>
              <a:gd fmla="val 377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5" name="Google Shape;725;p108"/>
          <p:cNvSpPr/>
          <p:nvPr/>
        </p:nvSpPr>
        <p:spPr>
          <a:xfrm>
            <a:off x="1100852" y="4522629"/>
            <a:ext cx="2834400" cy="1392300"/>
          </a:xfrm>
          <a:prstGeom prst="roundRect">
            <a:avLst>
              <a:gd fmla="val 377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6" name="Google Shape;726;p108"/>
          <p:cNvSpPr/>
          <p:nvPr/>
        </p:nvSpPr>
        <p:spPr>
          <a:xfrm>
            <a:off x="8303526" y="942979"/>
            <a:ext cx="2834400" cy="1392300"/>
          </a:xfrm>
          <a:prstGeom prst="roundRect">
            <a:avLst>
              <a:gd fmla="val 377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7" name="Google Shape;727;p108"/>
          <p:cNvSpPr/>
          <p:nvPr/>
        </p:nvSpPr>
        <p:spPr>
          <a:xfrm>
            <a:off x="8303526" y="2797517"/>
            <a:ext cx="2834400" cy="1392300"/>
          </a:xfrm>
          <a:prstGeom prst="roundRect">
            <a:avLst>
              <a:gd fmla="val 377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8" name="Google Shape;728;p108"/>
          <p:cNvSpPr/>
          <p:nvPr/>
        </p:nvSpPr>
        <p:spPr>
          <a:xfrm>
            <a:off x="8303526" y="4551992"/>
            <a:ext cx="2834400" cy="1392300"/>
          </a:xfrm>
          <a:prstGeom prst="roundRect">
            <a:avLst>
              <a:gd fmla="val 377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29" name="Google Shape;729;p10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199" y="457198"/>
            <a:ext cx="1377499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108"/>
          <p:cNvSpPr/>
          <p:nvPr/>
        </p:nvSpPr>
        <p:spPr>
          <a:xfrm>
            <a:off x="1073552" y="942979"/>
            <a:ext cx="2834400" cy="1392300"/>
          </a:xfrm>
          <a:prstGeom prst="roundRect">
            <a:avLst>
              <a:gd fmla="val 377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1" name="Google Shape;731;p108"/>
          <p:cNvSpPr txBox="1"/>
          <p:nvPr/>
        </p:nvSpPr>
        <p:spPr>
          <a:xfrm>
            <a:off x="8545046" y="1122471"/>
            <a:ext cx="6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04</a:t>
            </a:r>
            <a:endParaRPr b="1" i="0" sz="1400" u="none" cap="none" strike="noStrik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32" name="Google Shape;732;p108"/>
          <p:cNvSpPr txBox="1"/>
          <p:nvPr/>
        </p:nvSpPr>
        <p:spPr>
          <a:xfrm>
            <a:off x="8528985" y="2937063"/>
            <a:ext cx="6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05</a:t>
            </a:r>
            <a:endParaRPr b="1" i="0" sz="1400" u="none" cap="none" strike="noStrik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33" name="Google Shape;733;p108"/>
          <p:cNvSpPr txBox="1"/>
          <p:nvPr/>
        </p:nvSpPr>
        <p:spPr>
          <a:xfrm>
            <a:off x="8528985" y="4726938"/>
            <a:ext cx="62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06</a:t>
            </a:r>
            <a:endParaRPr b="1" i="0" sz="1400" u="none" cap="none" strike="noStrik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34" name="Google Shape;734;p108"/>
          <p:cNvSpPr txBox="1"/>
          <p:nvPr/>
        </p:nvSpPr>
        <p:spPr>
          <a:xfrm>
            <a:off x="1321137" y="1122471"/>
            <a:ext cx="48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01</a:t>
            </a:r>
            <a:endParaRPr b="1" i="0" sz="1400" u="none" cap="none" strike="noStrik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35" name="Google Shape;735;p108"/>
          <p:cNvSpPr txBox="1"/>
          <p:nvPr>
            <p:ph idx="1" type="subTitle"/>
          </p:nvPr>
        </p:nvSpPr>
        <p:spPr>
          <a:xfrm>
            <a:off x="1348425" y="1538025"/>
            <a:ext cx="22482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736" name="Google Shape;736;p108"/>
          <p:cNvSpPr txBox="1"/>
          <p:nvPr/>
        </p:nvSpPr>
        <p:spPr>
          <a:xfrm>
            <a:off x="1321137" y="2937063"/>
            <a:ext cx="48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02</a:t>
            </a:r>
            <a:endParaRPr b="1" i="0" sz="1400" u="none" cap="none" strike="noStrik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37" name="Google Shape;737;p108"/>
          <p:cNvSpPr txBox="1"/>
          <p:nvPr>
            <p:ph idx="2" type="subTitle"/>
          </p:nvPr>
        </p:nvSpPr>
        <p:spPr>
          <a:xfrm>
            <a:off x="1348425" y="3408000"/>
            <a:ext cx="22482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738" name="Google Shape;738;p108"/>
          <p:cNvSpPr txBox="1"/>
          <p:nvPr/>
        </p:nvSpPr>
        <p:spPr>
          <a:xfrm>
            <a:off x="1321137" y="4726938"/>
            <a:ext cx="48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03</a:t>
            </a:r>
            <a:endParaRPr b="1" i="0" sz="1400" u="none" cap="none" strike="noStrik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39" name="Google Shape;739;p108"/>
          <p:cNvSpPr txBox="1"/>
          <p:nvPr>
            <p:ph idx="3" type="subTitle"/>
          </p:nvPr>
        </p:nvSpPr>
        <p:spPr>
          <a:xfrm>
            <a:off x="1348425" y="5142500"/>
            <a:ext cx="22482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740" name="Google Shape;740;p108"/>
          <p:cNvSpPr txBox="1"/>
          <p:nvPr>
            <p:ph idx="4" type="subTitle"/>
          </p:nvPr>
        </p:nvSpPr>
        <p:spPr>
          <a:xfrm>
            <a:off x="8545050" y="1538025"/>
            <a:ext cx="22482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741" name="Google Shape;741;p108"/>
          <p:cNvSpPr txBox="1"/>
          <p:nvPr>
            <p:ph idx="5" type="subTitle"/>
          </p:nvPr>
        </p:nvSpPr>
        <p:spPr>
          <a:xfrm>
            <a:off x="8545050" y="3408000"/>
            <a:ext cx="22482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742" name="Google Shape;742;p108"/>
          <p:cNvSpPr txBox="1"/>
          <p:nvPr>
            <p:ph idx="6" type="subTitle"/>
          </p:nvPr>
        </p:nvSpPr>
        <p:spPr>
          <a:xfrm>
            <a:off x="8545050" y="5142500"/>
            <a:ext cx="22482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9pPr>
          </a:lstStyle>
          <a:p/>
        </p:txBody>
      </p:sp>
      <p:grpSp>
        <p:nvGrpSpPr>
          <p:cNvPr id="743" name="Google Shape;743;p108"/>
          <p:cNvGrpSpPr/>
          <p:nvPr/>
        </p:nvGrpSpPr>
        <p:grpSpPr>
          <a:xfrm>
            <a:off x="4767078" y="729000"/>
            <a:ext cx="2656841" cy="5400000"/>
            <a:chOff x="1919861" y="728663"/>
            <a:chExt cx="2657904" cy="5400000"/>
          </a:xfrm>
        </p:grpSpPr>
        <p:grpSp>
          <p:nvGrpSpPr>
            <p:cNvPr id="744" name="Google Shape;744;p108"/>
            <p:cNvGrpSpPr/>
            <p:nvPr/>
          </p:nvGrpSpPr>
          <p:grpSpPr>
            <a:xfrm>
              <a:off x="1919861" y="728663"/>
              <a:ext cx="2657904" cy="5400000"/>
              <a:chOff x="1919861" y="728663"/>
              <a:chExt cx="2657904" cy="5400000"/>
            </a:xfrm>
          </p:grpSpPr>
          <p:sp>
            <p:nvSpPr>
              <p:cNvPr id="745" name="Google Shape;745;p108"/>
              <p:cNvSpPr/>
              <p:nvPr/>
            </p:nvSpPr>
            <p:spPr>
              <a:xfrm>
                <a:off x="1951621" y="728663"/>
                <a:ext cx="2592000" cy="5400000"/>
              </a:xfrm>
              <a:custGeom>
                <a:rect b="b" l="l" r="r" t="t"/>
                <a:pathLst>
                  <a:path extrusionOk="0" h="5400000" w="2592000">
                    <a:moveTo>
                      <a:pt x="274337" y="0"/>
                    </a:moveTo>
                    <a:lnTo>
                      <a:pt x="2317663" y="0"/>
                    </a:lnTo>
                    <a:cubicBezTo>
                      <a:pt x="2469175" y="0"/>
                      <a:pt x="2592000" y="122825"/>
                      <a:pt x="2592000" y="274337"/>
                    </a:cubicBezTo>
                    <a:lnTo>
                      <a:pt x="2592000" y="5125663"/>
                    </a:lnTo>
                    <a:cubicBezTo>
                      <a:pt x="2592000" y="5277175"/>
                      <a:pt x="2469175" y="5400000"/>
                      <a:pt x="2317663" y="5400000"/>
                    </a:cubicBezTo>
                    <a:lnTo>
                      <a:pt x="1435932" y="5400000"/>
                    </a:lnTo>
                    <a:lnTo>
                      <a:pt x="1432754" y="5387288"/>
                    </a:lnTo>
                    <a:lnTo>
                      <a:pt x="1159246" y="5387288"/>
                    </a:lnTo>
                    <a:lnTo>
                      <a:pt x="1156068" y="5400000"/>
                    </a:lnTo>
                    <a:lnTo>
                      <a:pt x="274337" y="5400000"/>
                    </a:lnTo>
                    <a:cubicBezTo>
                      <a:pt x="122825" y="5400000"/>
                      <a:pt x="0" y="5277175"/>
                      <a:pt x="0" y="5125663"/>
                    </a:cubicBezTo>
                    <a:lnTo>
                      <a:pt x="0" y="274337"/>
                    </a:lnTo>
                    <a:cubicBezTo>
                      <a:pt x="0" y="122825"/>
                      <a:pt x="122825" y="0"/>
                      <a:pt x="274337" y="0"/>
                    </a:cubicBez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  <a:effectLst>
                <a:outerShdw blurRad="190500" rotWithShape="0" algn="tr" dir="8100000" dist="127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46" name="Google Shape;746;p108"/>
              <p:cNvSpPr/>
              <p:nvPr/>
            </p:nvSpPr>
            <p:spPr>
              <a:xfrm rot="5400000">
                <a:off x="4384694" y="2599751"/>
                <a:ext cx="360000" cy="26141"/>
              </a:xfrm>
              <a:custGeom>
                <a:rect b="b" l="l" r="r" t="t"/>
                <a:pathLst>
                  <a:path extrusionOk="0" h="26141" w="360000">
                    <a:moveTo>
                      <a:pt x="0" y="26141"/>
                    </a:moveTo>
                    <a:lnTo>
                      <a:pt x="0" y="18000"/>
                    </a:lnTo>
                    <a:cubicBezTo>
                      <a:pt x="0" y="8059"/>
                      <a:pt x="8059" y="0"/>
                      <a:pt x="18000" y="0"/>
                    </a:cubicBezTo>
                    <a:lnTo>
                      <a:pt x="342000" y="0"/>
                    </a:lnTo>
                    <a:cubicBezTo>
                      <a:pt x="351941" y="0"/>
                      <a:pt x="360000" y="8059"/>
                      <a:pt x="360000" y="18000"/>
                    </a:cubicBezTo>
                    <a:lnTo>
                      <a:pt x="360000" y="26141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47" name="Google Shape;747;p108"/>
              <p:cNvSpPr/>
              <p:nvPr/>
            </p:nvSpPr>
            <p:spPr>
              <a:xfrm flipH="1" rot="-5400000">
                <a:off x="1788931" y="2635754"/>
                <a:ext cx="288000" cy="26141"/>
              </a:xfrm>
              <a:custGeom>
                <a:rect b="b" l="l" r="r" t="t"/>
                <a:pathLst>
                  <a:path extrusionOk="0" h="26141" w="288000">
                    <a:moveTo>
                      <a:pt x="0" y="26141"/>
                    </a:moveTo>
                    <a:lnTo>
                      <a:pt x="0" y="18000"/>
                    </a:lnTo>
                    <a:cubicBezTo>
                      <a:pt x="0" y="8059"/>
                      <a:pt x="8059" y="0"/>
                      <a:pt x="18000" y="0"/>
                    </a:cubicBezTo>
                    <a:lnTo>
                      <a:pt x="270000" y="0"/>
                    </a:lnTo>
                    <a:cubicBezTo>
                      <a:pt x="279941" y="0"/>
                      <a:pt x="288000" y="8059"/>
                      <a:pt x="288000" y="18000"/>
                    </a:cubicBezTo>
                    <a:lnTo>
                      <a:pt x="288000" y="26141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48" name="Google Shape;748;p108"/>
              <p:cNvSpPr/>
              <p:nvPr/>
            </p:nvSpPr>
            <p:spPr>
              <a:xfrm flipH="1" rot="-5400000">
                <a:off x="1788932" y="2275751"/>
                <a:ext cx="288000" cy="26141"/>
              </a:xfrm>
              <a:custGeom>
                <a:rect b="b" l="l" r="r" t="t"/>
                <a:pathLst>
                  <a:path extrusionOk="0" h="26141" w="288000">
                    <a:moveTo>
                      <a:pt x="0" y="26141"/>
                    </a:moveTo>
                    <a:lnTo>
                      <a:pt x="0" y="18000"/>
                    </a:lnTo>
                    <a:cubicBezTo>
                      <a:pt x="0" y="8059"/>
                      <a:pt x="8059" y="0"/>
                      <a:pt x="18000" y="0"/>
                    </a:cubicBezTo>
                    <a:lnTo>
                      <a:pt x="270000" y="0"/>
                    </a:lnTo>
                    <a:cubicBezTo>
                      <a:pt x="279941" y="0"/>
                      <a:pt x="288000" y="8059"/>
                      <a:pt x="288000" y="18000"/>
                    </a:cubicBezTo>
                    <a:lnTo>
                      <a:pt x="288000" y="26141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749" name="Google Shape;749;p108"/>
            <p:cNvSpPr/>
            <p:nvPr/>
          </p:nvSpPr>
          <p:spPr>
            <a:xfrm>
              <a:off x="1978621" y="755663"/>
              <a:ext cx="2538000" cy="5346000"/>
            </a:xfrm>
            <a:custGeom>
              <a:rect b="b" l="l" r="r" t="t"/>
              <a:pathLst>
                <a:path extrusionOk="0" h="5346000" w="2538000">
                  <a:moveTo>
                    <a:pt x="251973" y="0"/>
                  </a:moveTo>
                  <a:lnTo>
                    <a:pt x="891001" y="0"/>
                  </a:lnTo>
                  <a:lnTo>
                    <a:pt x="899789" y="17999"/>
                  </a:lnTo>
                  <a:lnTo>
                    <a:pt x="1638211" y="17999"/>
                  </a:lnTo>
                  <a:lnTo>
                    <a:pt x="1647000" y="0"/>
                  </a:lnTo>
                  <a:lnTo>
                    <a:pt x="2286027" y="0"/>
                  </a:lnTo>
                  <a:cubicBezTo>
                    <a:pt x="2425188" y="0"/>
                    <a:pt x="2538000" y="112812"/>
                    <a:pt x="2538000" y="251973"/>
                  </a:cubicBezTo>
                  <a:lnTo>
                    <a:pt x="2538000" y="5094027"/>
                  </a:lnTo>
                  <a:cubicBezTo>
                    <a:pt x="2538000" y="5233188"/>
                    <a:pt x="2425188" y="5346000"/>
                    <a:pt x="2286027" y="5346000"/>
                  </a:cubicBezTo>
                  <a:lnTo>
                    <a:pt x="251973" y="5346000"/>
                  </a:lnTo>
                  <a:cubicBezTo>
                    <a:pt x="112812" y="5346000"/>
                    <a:pt x="0" y="5233188"/>
                    <a:pt x="0" y="5094027"/>
                  </a:cubicBezTo>
                  <a:lnTo>
                    <a:pt x="0" y="251973"/>
                  </a:lnTo>
                  <a:cubicBezTo>
                    <a:pt x="0" y="112812"/>
                    <a:pt x="112812" y="0"/>
                    <a:pt x="2519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50" name="Google Shape;750;p108"/>
            <p:cNvSpPr/>
            <p:nvPr/>
          </p:nvSpPr>
          <p:spPr>
            <a:xfrm>
              <a:off x="2077621" y="854663"/>
              <a:ext cx="2340000" cy="5148000"/>
            </a:xfrm>
            <a:prstGeom prst="roundRect">
              <a:avLst>
                <a:gd fmla="val 852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Ipad 01">
  <p:cSld name="Blank - Light_1"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109"/>
          <p:cNvSpPr/>
          <p:nvPr/>
        </p:nvSpPr>
        <p:spPr>
          <a:xfrm>
            <a:off x="6359650" y="1828800"/>
            <a:ext cx="5777700" cy="5029200"/>
          </a:xfrm>
          <a:prstGeom prst="roundRect">
            <a:avLst>
              <a:gd fmla="val 0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109"/>
          <p:cNvSpPr/>
          <p:nvPr/>
        </p:nvSpPr>
        <p:spPr>
          <a:xfrm>
            <a:off x="9020576" y="645900"/>
            <a:ext cx="3434700" cy="1857600"/>
          </a:xfrm>
          <a:prstGeom prst="roundRect">
            <a:avLst>
              <a:gd fmla="val 3583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4" name="Google Shape;754;p10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57204" y="845600"/>
            <a:ext cx="3813248" cy="5165503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109"/>
          <p:cNvSpPr txBox="1"/>
          <p:nvPr>
            <p:ph type="title"/>
          </p:nvPr>
        </p:nvSpPr>
        <p:spPr>
          <a:xfrm>
            <a:off x="457203" y="1577663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756" name="Google Shape;756;p109"/>
          <p:cNvSpPr txBox="1"/>
          <p:nvPr>
            <p:ph idx="2" type="title"/>
          </p:nvPr>
        </p:nvSpPr>
        <p:spPr>
          <a:xfrm>
            <a:off x="457203" y="188367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pic>
        <p:nvPicPr>
          <p:cNvPr id="757" name="Google Shape;757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9" y="457198"/>
            <a:ext cx="1377499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109"/>
          <p:cNvSpPr txBox="1"/>
          <p:nvPr>
            <p:ph idx="1" type="body"/>
          </p:nvPr>
        </p:nvSpPr>
        <p:spPr>
          <a:xfrm>
            <a:off x="457203" y="3086100"/>
            <a:ext cx="55929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Ipad 02">
  <p:cSld name="Blank - Light_1_1"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10"/>
          <p:cNvSpPr/>
          <p:nvPr/>
        </p:nvSpPr>
        <p:spPr>
          <a:xfrm>
            <a:off x="0" y="1828800"/>
            <a:ext cx="5829300" cy="5028900"/>
          </a:xfrm>
          <a:prstGeom prst="roundRect">
            <a:avLst>
              <a:gd fmla="val 0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110"/>
          <p:cNvSpPr/>
          <p:nvPr/>
        </p:nvSpPr>
        <p:spPr>
          <a:xfrm>
            <a:off x="1857169" y="4427800"/>
            <a:ext cx="3434700" cy="1857600"/>
          </a:xfrm>
          <a:prstGeom prst="roundRect">
            <a:avLst>
              <a:gd fmla="val 3583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2" name="Google Shape;762;p1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6008" y="845600"/>
            <a:ext cx="3813248" cy="5165503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110"/>
          <p:cNvSpPr txBox="1"/>
          <p:nvPr>
            <p:ph type="title"/>
          </p:nvPr>
        </p:nvSpPr>
        <p:spPr>
          <a:xfrm>
            <a:off x="6359649" y="1577663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764" name="Google Shape;764;p110"/>
          <p:cNvSpPr txBox="1"/>
          <p:nvPr>
            <p:ph idx="2" type="title"/>
          </p:nvPr>
        </p:nvSpPr>
        <p:spPr>
          <a:xfrm>
            <a:off x="6359649" y="188367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765" name="Google Shape;765;p110"/>
          <p:cNvSpPr txBox="1"/>
          <p:nvPr>
            <p:ph idx="1" type="body"/>
          </p:nvPr>
        </p:nvSpPr>
        <p:spPr>
          <a:xfrm>
            <a:off x="6359651" y="2911125"/>
            <a:ext cx="56787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766" name="Google Shape;766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9642" y="457198"/>
            <a:ext cx="1377499" cy="23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Smartphone 02 ">
  <p:cSld name="Blank - Light_1_1_2"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11"/>
          <p:cNvSpPr/>
          <p:nvPr/>
        </p:nvSpPr>
        <p:spPr>
          <a:xfrm>
            <a:off x="0" y="25"/>
            <a:ext cx="4695300" cy="6858000"/>
          </a:xfrm>
          <a:prstGeom prst="roundRect">
            <a:avLst>
              <a:gd fmla="val 0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111"/>
          <p:cNvSpPr/>
          <p:nvPr/>
        </p:nvSpPr>
        <p:spPr>
          <a:xfrm>
            <a:off x="-152400" y="2758525"/>
            <a:ext cx="3483000" cy="1857600"/>
          </a:xfrm>
          <a:prstGeom prst="roundRect">
            <a:avLst>
              <a:gd fmla="val 3583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0" name="Google Shape;770;p111"/>
          <p:cNvGrpSpPr/>
          <p:nvPr/>
        </p:nvGrpSpPr>
        <p:grpSpPr>
          <a:xfrm>
            <a:off x="1304633" y="2166501"/>
            <a:ext cx="1771759" cy="3597480"/>
            <a:chOff x="1919861" y="728663"/>
            <a:chExt cx="2657904" cy="5400000"/>
          </a:xfrm>
        </p:grpSpPr>
        <p:grpSp>
          <p:nvGrpSpPr>
            <p:cNvPr id="771" name="Google Shape;771;p111"/>
            <p:cNvGrpSpPr/>
            <p:nvPr/>
          </p:nvGrpSpPr>
          <p:grpSpPr>
            <a:xfrm>
              <a:off x="1919861" y="728663"/>
              <a:ext cx="2657904" cy="5400000"/>
              <a:chOff x="1919861" y="728663"/>
              <a:chExt cx="2657904" cy="5400000"/>
            </a:xfrm>
          </p:grpSpPr>
          <p:sp>
            <p:nvSpPr>
              <p:cNvPr id="772" name="Google Shape;772;p111"/>
              <p:cNvSpPr/>
              <p:nvPr/>
            </p:nvSpPr>
            <p:spPr>
              <a:xfrm>
                <a:off x="1951621" y="728663"/>
                <a:ext cx="2592000" cy="5400000"/>
              </a:xfrm>
              <a:custGeom>
                <a:rect b="b" l="l" r="r" t="t"/>
                <a:pathLst>
                  <a:path extrusionOk="0" h="5400000" w="2592000">
                    <a:moveTo>
                      <a:pt x="274337" y="0"/>
                    </a:moveTo>
                    <a:lnTo>
                      <a:pt x="2317663" y="0"/>
                    </a:lnTo>
                    <a:cubicBezTo>
                      <a:pt x="2469175" y="0"/>
                      <a:pt x="2592000" y="122825"/>
                      <a:pt x="2592000" y="274337"/>
                    </a:cubicBezTo>
                    <a:lnTo>
                      <a:pt x="2592000" y="5125663"/>
                    </a:lnTo>
                    <a:cubicBezTo>
                      <a:pt x="2592000" y="5277175"/>
                      <a:pt x="2469175" y="5400000"/>
                      <a:pt x="2317663" y="5400000"/>
                    </a:cubicBezTo>
                    <a:lnTo>
                      <a:pt x="1435932" y="5400000"/>
                    </a:lnTo>
                    <a:lnTo>
                      <a:pt x="1432754" y="5387288"/>
                    </a:lnTo>
                    <a:lnTo>
                      <a:pt x="1159246" y="5387288"/>
                    </a:lnTo>
                    <a:lnTo>
                      <a:pt x="1156068" y="5400000"/>
                    </a:lnTo>
                    <a:lnTo>
                      <a:pt x="274337" y="5400000"/>
                    </a:lnTo>
                    <a:cubicBezTo>
                      <a:pt x="122825" y="5400000"/>
                      <a:pt x="0" y="5277175"/>
                      <a:pt x="0" y="5125663"/>
                    </a:cubicBezTo>
                    <a:lnTo>
                      <a:pt x="0" y="274337"/>
                    </a:lnTo>
                    <a:cubicBezTo>
                      <a:pt x="0" y="122825"/>
                      <a:pt x="122825" y="0"/>
                      <a:pt x="274337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  <a:effectLst>
                <a:outerShdw blurRad="190500" rotWithShape="0" algn="tr" dir="8100000" dist="127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73" name="Google Shape;773;p111"/>
              <p:cNvSpPr/>
              <p:nvPr/>
            </p:nvSpPr>
            <p:spPr>
              <a:xfrm rot="5400000">
                <a:off x="4384694" y="2599751"/>
                <a:ext cx="360000" cy="26141"/>
              </a:xfrm>
              <a:custGeom>
                <a:rect b="b" l="l" r="r" t="t"/>
                <a:pathLst>
                  <a:path extrusionOk="0" h="26141" w="360000">
                    <a:moveTo>
                      <a:pt x="0" y="26141"/>
                    </a:moveTo>
                    <a:lnTo>
                      <a:pt x="0" y="18000"/>
                    </a:lnTo>
                    <a:cubicBezTo>
                      <a:pt x="0" y="8059"/>
                      <a:pt x="8059" y="0"/>
                      <a:pt x="18000" y="0"/>
                    </a:cubicBezTo>
                    <a:lnTo>
                      <a:pt x="342000" y="0"/>
                    </a:lnTo>
                    <a:cubicBezTo>
                      <a:pt x="351941" y="0"/>
                      <a:pt x="360000" y="8059"/>
                      <a:pt x="360000" y="18000"/>
                    </a:cubicBezTo>
                    <a:lnTo>
                      <a:pt x="360000" y="26141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74" name="Google Shape;774;p111"/>
              <p:cNvSpPr/>
              <p:nvPr/>
            </p:nvSpPr>
            <p:spPr>
              <a:xfrm flipH="1" rot="-5400000">
                <a:off x="1788931" y="2635754"/>
                <a:ext cx="288000" cy="26141"/>
              </a:xfrm>
              <a:custGeom>
                <a:rect b="b" l="l" r="r" t="t"/>
                <a:pathLst>
                  <a:path extrusionOk="0" h="26141" w="288000">
                    <a:moveTo>
                      <a:pt x="0" y="26141"/>
                    </a:moveTo>
                    <a:lnTo>
                      <a:pt x="0" y="18000"/>
                    </a:lnTo>
                    <a:cubicBezTo>
                      <a:pt x="0" y="8059"/>
                      <a:pt x="8059" y="0"/>
                      <a:pt x="18000" y="0"/>
                    </a:cubicBezTo>
                    <a:lnTo>
                      <a:pt x="270000" y="0"/>
                    </a:lnTo>
                    <a:cubicBezTo>
                      <a:pt x="279941" y="0"/>
                      <a:pt x="288000" y="8059"/>
                      <a:pt x="288000" y="18000"/>
                    </a:cubicBezTo>
                    <a:lnTo>
                      <a:pt x="288000" y="26141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75" name="Google Shape;775;p111"/>
              <p:cNvSpPr/>
              <p:nvPr/>
            </p:nvSpPr>
            <p:spPr>
              <a:xfrm flipH="1" rot="-5400000">
                <a:off x="1788932" y="2275751"/>
                <a:ext cx="288000" cy="26141"/>
              </a:xfrm>
              <a:custGeom>
                <a:rect b="b" l="l" r="r" t="t"/>
                <a:pathLst>
                  <a:path extrusionOk="0" h="26141" w="288000">
                    <a:moveTo>
                      <a:pt x="0" y="26141"/>
                    </a:moveTo>
                    <a:lnTo>
                      <a:pt x="0" y="18000"/>
                    </a:lnTo>
                    <a:cubicBezTo>
                      <a:pt x="0" y="8059"/>
                      <a:pt x="8059" y="0"/>
                      <a:pt x="18000" y="0"/>
                    </a:cubicBezTo>
                    <a:lnTo>
                      <a:pt x="270000" y="0"/>
                    </a:lnTo>
                    <a:cubicBezTo>
                      <a:pt x="279941" y="0"/>
                      <a:pt x="288000" y="8059"/>
                      <a:pt x="288000" y="18000"/>
                    </a:cubicBezTo>
                    <a:lnTo>
                      <a:pt x="288000" y="26141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776" name="Google Shape;776;p111"/>
            <p:cNvSpPr/>
            <p:nvPr/>
          </p:nvSpPr>
          <p:spPr>
            <a:xfrm>
              <a:off x="1978621" y="755663"/>
              <a:ext cx="2538000" cy="5346000"/>
            </a:xfrm>
            <a:custGeom>
              <a:rect b="b" l="l" r="r" t="t"/>
              <a:pathLst>
                <a:path extrusionOk="0" h="5346000" w="2538000">
                  <a:moveTo>
                    <a:pt x="251973" y="0"/>
                  </a:moveTo>
                  <a:lnTo>
                    <a:pt x="891001" y="0"/>
                  </a:lnTo>
                  <a:lnTo>
                    <a:pt x="899789" y="17999"/>
                  </a:lnTo>
                  <a:lnTo>
                    <a:pt x="1638211" y="17999"/>
                  </a:lnTo>
                  <a:lnTo>
                    <a:pt x="1647000" y="0"/>
                  </a:lnTo>
                  <a:lnTo>
                    <a:pt x="2286027" y="0"/>
                  </a:lnTo>
                  <a:cubicBezTo>
                    <a:pt x="2425188" y="0"/>
                    <a:pt x="2538000" y="112812"/>
                    <a:pt x="2538000" y="251973"/>
                  </a:cubicBezTo>
                  <a:lnTo>
                    <a:pt x="2538000" y="5094027"/>
                  </a:lnTo>
                  <a:cubicBezTo>
                    <a:pt x="2538000" y="5233188"/>
                    <a:pt x="2425188" y="5346000"/>
                    <a:pt x="2286027" y="5346000"/>
                  </a:cubicBezTo>
                  <a:lnTo>
                    <a:pt x="251973" y="5346000"/>
                  </a:lnTo>
                  <a:cubicBezTo>
                    <a:pt x="112812" y="5346000"/>
                    <a:pt x="0" y="5233188"/>
                    <a:pt x="0" y="5094027"/>
                  </a:cubicBezTo>
                  <a:lnTo>
                    <a:pt x="0" y="251973"/>
                  </a:lnTo>
                  <a:cubicBezTo>
                    <a:pt x="0" y="112812"/>
                    <a:pt x="112812" y="0"/>
                    <a:pt x="2519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77" name="Google Shape;777;p111"/>
            <p:cNvSpPr/>
            <p:nvPr/>
          </p:nvSpPr>
          <p:spPr>
            <a:xfrm>
              <a:off x="2077621" y="854662"/>
              <a:ext cx="2340000" cy="5148000"/>
            </a:xfrm>
            <a:prstGeom prst="roundRect">
              <a:avLst>
                <a:gd fmla="val 8526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778" name="Google Shape;778;p111"/>
          <p:cNvSpPr/>
          <p:nvPr/>
        </p:nvSpPr>
        <p:spPr>
          <a:xfrm rot="5400000">
            <a:off x="3181764" y="3117063"/>
            <a:ext cx="1727827" cy="3597480"/>
          </a:xfrm>
          <a:custGeom>
            <a:rect b="b" l="l" r="r" t="t"/>
            <a:pathLst>
              <a:path extrusionOk="0" h="5400000" w="2592000">
                <a:moveTo>
                  <a:pt x="274337" y="0"/>
                </a:moveTo>
                <a:lnTo>
                  <a:pt x="2317663" y="0"/>
                </a:lnTo>
                <a:cubicBezTo>
                  <a:pt x="2469175" y="0"/>
                  <a:pt x="2592000" y="122825"/>
                  <a:pt x="2592000" y="274337"/>
                </a:cubicBezTo>
                <a:lnTo>
                  <a:pt x="2592000" y="5125663"/>
                </a:lnTo>
                <a:cubicBezTo>
                  <a:pt x="2592000" y="5277175"/>
                  <a:pt x="2469175" y="5400000"/>
                  <a:pt x="2317663" y="5400000"/>
                </a:cubicBezTo>
                <a:lnTo>
                  <a:pt x="1435932" y="5400000"/>
                </a:lnTo>
                <a:lnTo>
                  <a:pt x="1432754" y="5387288"/>
                </a:lnTo>
                <a:lnTo>
                  <a:pt x="1159246" y="5387288"/>
                </a:lnTo>
                <a:lnTo>
                  <a:pt x="1156068" y="5400000"/>
                </a:lnTo>
                <a:lnTo>
                  <a:pt x="274337" y="5400000"/>
                </a:lnTo>
                <a:cubicBezTo>
                  <a:pt x="122825" y="5400000"/>
                  <a:pt x="0" y="5277175"/>
                  <a:pt x="0" y="5125663"/>
                </a:cubicBezTo>
                <a:lnTo>
                  <a:pt x="0" y="274337"/>
                </a:lnTo>
                <a:cubicBezTo>
                  <a:pt x="0" y="122825"/>
                  <a:pt x="122825" y="0"/>
                  <a:pt x="274337" y="0"/>
                </a:cubicBezTo>
                <a:close/>
              </a:path>
            </a:pathLst>
          </a:custGeom>
          <a:solidFill>
            <a:srgbClr val="CCCCCC"/>
          </a:solidFill>
          <a:ln>
            <a:noFill/>
          </a:ln>
          <a:effectLst>
            <a:outerShdw blurRad="190500" rotWithShape="0" algn="tr" dir="8100000" dist="127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9" name="Google Shape;779;p111"/>
          <p:cNvSpPr/>
          <p:nvPr/>
        </p:nvSpPr>
        <p:spPr>
          <a:xfrm rot="10800000">
            <a:off x="4469275" y="5785051"/>
            <a:ext cx="239832" cy="17426"/>
          </a:xfrm>
          <a:custGeom>
            <a:rect b="b" l="l" r="r" t="t"/>
            <a:pathLst>
              <a:path extrusionOk="0" h="26141" w="360000">
                <a:moveTo>
                  <a:pt x="0" y="26141"/>
                </a:move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lnTo>
                  <a:pt x="342000" y="0"/>
                </a:lnTo>
                <a:cubicBezTo>
                  <a:pt x="351941" y="0"/>
                  <a:pt x="360000" y="8059"/>
                  <a:pt x="360000" y="18000"/>
                </a:cubicBezTo>
                <a:lnTo>
                  <a:pt x="360000" y="26141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0" name="Google Shape;780;p111"/>
          <p:cNvSpPr/>
          <p:nvPr/>
        </p:nvSpPr>
        <p:spPr>
          <a:xfrm flipH="1">
            <a:off x="4469273" y="4030718"/>
            <a:ext cx="191866" cy="17426"/>
          </a:xfrm>
          <a:custGeom>
            <a:rect b="b" l="l" r="r" t="t"/>
            <a:pathLst>
              <a:path extrusionOk="0" h="26141" w="288000">
                <a:moveTo>
                  <a:pt x="0" y="26141"/>
                </a:move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lnTo>
                  <a:pt x="270000" y="0"/>
                </a:lnTo>
                <a:cubicBezTo>
                  <a:pt x="279941" y="0"/>
                  <a:pt x="288000" y="8059"/>
                  <a:pt x="288000" y="18000"/>
                </a:cubicBezTo>
                <a:lnTo>
                  <a:pt x="288000" y="26141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1" name="Google Shape;781;p111"/>
          <p:cNvSpPr/>
          <p:nvPr/>
        </p:nvSpPr>
        <p:spPr>
          <a:xfrm flipH="1">
            <a:off x="4709107" y="4030719"/>
            <a:ext cx="191866" cy="17426"/>
          </a:xfrm>
          <a:custGeom>
            <a:rect b="b" l="l" r="r" t="t"/>
            <a:pathLst>
              <a:path extrusionOk="0" h="26141" w="288000">
                <a:moveTo>
                  <a:pt x="0" y="26141"/>
                </a:move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lnTo>
                  <a:pt x="270000" y="0"/>
                </a:lnTo>
                <a:cubicBezTo>
                  <a:pt x="279941" y="0"/>
                  <a:pt x="288000" y="8059"/>
                  <a:pt x="288000" y="18000"/>
                </a:cubicBezTo>
                <a:lnTo>
                  <a:pt x="288000" y="26141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2" name="Google Shape;782;p111"/>
          <p:cNvSpPr/>
          <p:nvPr/>
        </p:nvSpPr>
        <p:spPr>
          <a:xfrm rot="5400000">
            <a:off x="3201828" y="3139050"/>
            <a:ext cx="1694115" cy="3555090"/>
          </a:xfrm>
          <a:custGeom>
            <a:rect b="b" l="l" r="r" t="t"/>
            <a:pathLst>
              <a:path extrusionOk="0" h="5346000" w="2538000">
                <a:moveTo>
                  <a:pt x="251973" y="0"/>
                </a:moveTo>
                <a:lnTo>
                  <a:pt x="891001" y="0"/>
                </a:lnTo>
                <a:lnTo>
                  <a:pt x="899789" y="17999"/>
                </a:lnTo>
                <a:lnTo>
                  <a:pt x="1638211" y="17999"/>
                </a:lnTo>
                <a:lnTo>
                  <a:pt x="1647000" y="0"/>
                </a:lnTo>
                <a:lnTo>
                  <a:pt x="2286027" y="0"/>
                </a:lnTo>
                <a:cubicBezTo>
                  <a:pt x="2425188" y="0"/>
                  <a:pt x="2538000" y="112812"/>
                  <a:pt x="2538000" y="251973"/>
                </a:cubicBezTo>
                <a:lnTo>
                  <a:pt x="2538000" y="5094027"/>
                </a:lnTo>
                <a:cubicBezTo>
                  <a:pt x="2538000" y="5233188"/>
                  <a:pt x="2425188" y="5346000"/>
                  <a:pt x="2286027" y="5346000"/>
                </a:cubicBezTo>
                <a:lnTo>
                  <a:pt x="251973" y="5346000"/>
                </a:lnTo>
                <a:cubicBezTo>
                  <a:pt x="112812" y="5346000"/>
                  <a:pt x="0" y="5233188"/>
                  <a:pt x="0" y="5094027"/>
                </a:cubicBezTo>
                <a:lnTo>
                  <a:pt x="0" y="251973"/>
                </a:lnTo>
                <a:cubicBezTo>
                  <a:pt x="0" y="112812"/>
                  <a:pt x="112812" y="0"/>
                  <a:pt x="25197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3" name="Google Shape;783;p111"/>
          <p:cNvSpPr/>
          <p:nvPr/>
        </p:nvSpPr>
        <p:spPr>
          <a:xfrm rot="5400000">
            <a:off x="3265839" y="3201731"/>
            <a:ext cx="1559700" cy="3429600"/>
          </a:xfrm>
          <a:prstGeom prst="roundRect">
            <a:avLst>
              <a:gd fmla="val 8526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4" name="Google Shape;784;p111"/>
          <p:cNvSpPr txBox="1"/>
          <p:nvPr>
            <p:ph type="title"/>
          </p:nvPr>
        </p:nvSpPr>
        <p:spPr>
          <a:xfrm>
            <a:off x="6359649" y="1577663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785" name="Google Shape;785;p111"/>
          <p:cNvSpPr txBox="1"/>
          <p:nvPr>
            <p:ph idx="2" type="title"/>
          </p:nvPr>
        </p:nvSpPr>
        <p:spPr>
          <a:xfrm>
            <a:off x="6359649" y="188367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786" name="Google Shape;786;p111"/>
          <p:cNvSpPr txBox="1"/>
          <p:nvPr>
            <p:ph idx="1" type="body"/>
          </p:nvPr>
        </p:nvSpPr>
        <p:spPr>
          <a:xfrm>
            <a:off x="6359651" y="2911125"/>
            <a:ext cx="56787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787" name="Google Shape;787;p1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359642" y="457198"/>
            <a:ext cx="1377499" cy="23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Ipad 03">
  <p:cSld name="Blank - Light_1_1_1"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112"/>
          <p:cNvSpPr/>
          <p:nvPr/>
        </p:nvSpPr>
        <p:spPr>
          <a:xfrm>
            <a:off x="0" y="2377000"/>
            <a:ext cx="6690600" cy="4480800"/>
          </a:xfrm>
          <a:prstGeom prst="roundRect">
            <a:avLst>
              <a:gd fmla="val 0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112"/>
          <p:cNvSpPr/>
          <p:nvPr/>
        </p:nvSpPr>
        <p:spPr>
          <a:xfrm>
            <a:off x="3934016" y="885600"/>
            <a:ext cx="8420700" cy="1857600"/>
          </a:xfrm>
          <a:prstGeom prst="roundRect">
            <a:avLst>
              <a:gd fmla="val 3583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1" name="Google Shape;791;p1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87855" y="845600"/>
            <a:ext cx="3813248" cy="5165503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112"/>
          <p:cNvSpPr txBox="1"/>
          <p:nvPr>
            <p:ph idx="1" type="subTitle"/>
          </p:nvPr>
        </p:nvSpPr>
        <p:spPr>
          <a:xfrm>
            <a:off x="415496" y="5815733"/>
            <a:ext cx="31752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oboto"/>
              <a:buNone/>
              <a:defRPr sz="1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pic>
        <p:nvPicPr>
          <p:cNvPr id="793" name="Google Shape;793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9" y="457198"/>
            <a:ext cx="1377499" cy="23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Browser 01">
  <p:cSld name="Blank - Light_1_1_1_1"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5" name="Google Shape;795;p1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29034" y="441867"/>
            <a:ext cx="1530117" cy="260468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113"/>
          <p:cNvSpPr/>
          <p:nvPr/>
        </p:nvSpPr>
        <p:spPr>
          <a:xfrm>
            <a:off x="0" y="2377000"/>
            <a:ext cx="6690600" cy="4480800"/>
          </a:xfrm>
          <a:prstGeom prst="roundRect">
            <a:avLst>
              <a:gd fmla="val 0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113"/>
          <p:cNvSpPr/>
          <p:nvPr/>
        </p:nvSpPr>
        <p:spPr>
          <a:xfrm>
            <a:off x="7082594" y="519400"/>
            <a:ext cx="5358600" cy="1857600"/>
          </a:xfrm>
          <a:prstGeom prst="roundRect">
            <a:avLst>
              <a:gd fmla="val 3583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8" name="Google Shape;798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8101" y="1132250"/>
            <a:ext cx="6332747" cy="4592352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113"/>
          <p:cNvSpPr txBox="1"/>
          <p:nvPr>
            <p:ph idx="1" type="subTitle"/>
          </p:nvPr>
        </p:nvSpPr>
        <p:spPr>
          <a:xfrm>
            <a:off x="3590702" y="1152218"/>
            <a:ext cx="179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00" name="Google Shape;800;p113"/>
          <p:cNvSpPr txBox="1"/>
          <p:nvPr>
            <p:ph idx="2" type="subTitle"/>
          </p:nvPr>
        </p:nvSpPr>
        <p:spPr>
          <a:xfrm>
            <a:off x="333597" y="5815733"/>
            <a:ext cx="31752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oboto"/>
              <a:buNone/>
              <a:defRPr sz="1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Browser 02">
  <p:cSld name="Blank - Light_1_1_1_1_1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14"/>
          <p:cNvSpPr/>
          <p:nvPr/>
        </p:nvSpPr>
        <p:spPr>
          <a:xfrm>
            <a:off x="441450" y="1828800"/>
            <a:ext cx="5387700" cy="5029200"/>
          </a:xfrm>
          <a:prstGeom prst="roundRect">
            <a:avLst>
              <a:gd fmla="val 0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114"/>
          <p:cNvSpPr/>
          <p:nvPr/>
        </p:nvSpPr>
        <p:spPr>
          <a:xfrm>
            <a:off x="-504107" y="1038767"/>
            <a:ext cx="5358600" cy="1857600"/>
          </a:xfrm>
          <a:prstGeom prst="roundRect">
            <a:avLst>
              <a:gd fmla="val 3583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4" name="Google Shape;804;p1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540" y="1474983"/>
            <a:ext cx="5387751" cy="3907056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114"/>
          <p:cNvSpPr txBox="1"/>
          <p:nvPr>
            <p:ph idx="1" type="subTitle"/>
          </p:nvPr>
        </p:nvSpPr>
        <p:spPr>
          <a:xfrm>
            <a:off x="613913" y="1461938"/>
            <a:ext cx="179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06" name="Google Shape;806;p114"/>
          <p:cNvSpPr txBox="1"/>
          <p:nvPr>
            <p:ph type="title"/>
          </p:nvPr>
        </p:nvSpPr>
        <p:spPr>
          <a:xfrm>
            <a:off x="6359649" y="1577663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807" name="Google Shape;807;p114"/>
          <p:cNvSpPr txBox="1"/>
          <p:nvPr>
            <p:ph idx="2" type="title"/>
          </p:nvPr>
        </p:nvSpPr>
        <p:spPr>
          <a:xfrm>
            <a:off x="6359649" y="188367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808" name="Google Shape;808;p114"/>
          <p:cNvSpPr txBox="1"/>
          <p:nvPr>
            <p:ph idx="3" type="body"/>
          </p:nvPr>
        </p:nvSpPr>
        <p:spPr>
          <a:xfrm>
            <a:off x="6359651" y="2911125"/>
            <a:ext cx="56787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809" name="Google Shape;809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9642" y="457198"/>
            <a:ext cx="1377499" cy="23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Browser 03">
  <p:cSld name="Blank - Light_1_1_1_1_1_1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115"/>
          <p:cNvSpPr/>
          <p:nvPr/>
        </p:nvSpPr>
        <p:spPr>
          <a:xfrm>
            <a:off x="7342963" y="1783967"/>
            <a:ext cx="4845900" cy="5073900"/>
          </a:xfrm>
          <a:prstGeom prst="roundRect">
            <a:avLst>
              <a:gd fmla="val 0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115"/>
          <p:cNvSpPr/>
          <p:nvPr/>
        </p:nvSpPr>
        <p:spPr>
          <a:xfrm>
            <a:off x="5898457" y="1038767"/>
            <a:ext cx="5358600" cy="1857600"/>
          </a:xfrm>
          <a:prstGeom prst="roundRect">
            <a:avLst>
              <a:gd fmla="val 3583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3" name="Google Shape;813;p1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09105" y="1474983"/>
            <a:ext cx="5387751" cy="3907056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115"/>
          <p:cNvSpPr txBox="1"/>
          <p:nvPr>
            <p:ph type="title"/>
          </p:nvPr>
        </p:nvSpPr>
        <p:spPr>
          <a:xfrm>
            <a:off x="457203" y="1577663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815" name="Google Shape;815;p115"/>
          <p:cNvSpPr txBox="1"/>
          <p:nvPr>
            <p:ph idx="2" type="title"/>
          </p:nvPr>
        </p:nvSpPr>
        <p:spPr>
          <a:xfrm>
            <a:off x="457203" y="188367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pic>
        <p:nvPicPr>
          <p:cNvPr id="816" name="Google Shape;816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9" y="457198"/>
            <a:ext cx="1377499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115"/>
          <p:cNvSpPr txBox="1"/>
          <p:nvPr>
            <p:ph idx="1" type="body"/>
          </p:nvPr>
        </p:nvSpPr>
        <p:spPr>
          <a:xfrm>
            <a:off x="457203" y="3086100"/>
            <a:ext cx="55929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16"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01">
  <p:cSld name="CUSTOM_16_1">
    <p:bg>
      <p:bgPr>
        <a:solidFill>
          <a:schemeClr val="lt2"/>
        </a:solidFill>
      </p:bgPr>
    </p:bg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117"/>
          <p:cNvSpPr/>
          <p:nvPr/>
        </p:nvSpPr>
        <p:spPr>
          <a:xfrm rot="10800000">
            <a:off x="457200" y="3229199"/>
            <a:ext cx="655200" cy="6552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1" name="Google Shape;821;p117"/>
          <p:cNvCxnSpPr>
            <a:stCxn id="820" idx="0"/>
            <a:endCxn id="822" idx="0"/>
          </p:cNvCxnSpPr>
          <p:nvPr/>
        </p:nvCxnSpPr>
        <p:spPr>
          <a:xfrm>
            <a:off x="784800" y="3884399"/>
            <a:ext cx="10661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2" name="Google Shape;822;p117"/>
          <p:cNvSpPr/>
          <p:nvPr/>
        </p:nvSpPr>
        <p:spPr>
          <a:xfrm>
            <a:off x="11118300" y="3884399"/>
            <a:ext cx="655200" cy="6552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3" name="Google Shape;823;p117"/>
          <p:cNvCxnSpPr>
            <a:endCxn id="822" idx="2"/>
          </p:cNvCxnSpPr>
          <p:nvPr/>
        </p:nvCxnSpPr>
        <p:spPr>
          <a:xfrm rot="10800000">
            <a:off x="11773500" y="4211999"/>
            <a:ext cx="0" cy="2646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4" name="Google Shape;824;p117"/>
          <p:cNvSpPr/>
          <p:nvPr/>
        </p:nvSpPr>
        <p:spPr>
          <a:xfrm>
            <a:off x="391801" y="1508026"/>
            <a:ext cx="130800" cy="130800"/>
          </a:xfrm>
          <a:prstGeom prst="ellipse">
            <a:avLst/>
          </a:prstGeom>
          <a:solidFill>
            <a:srgbClr val="CF4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5" name="Google Shape;825;p117"/>
          <p:cNvSpPr/>
          <p:nvPr/>
        </p:nvSpPr>
        <p:spPr>
          <a:xfrm>
            <a:off x="1028900" y="1979324"/>
            <a:ext cx="1316100" cy="131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6" name="Google Shape;826;p117"/>
          <p:cNvCxnSpPr>
            <a:stCxn id="820" idx="2"/>
            <a:endCxn id="824" idx="4"/>
          </p:cNvCxnSpPr>
          <p:nvPr/>
        </p:nvCxnSpPr>
        <p:spPr>
          <a:xfrm rot="10800000">
            <a:off x="457200" y="1638899"/>
            <a:ext cx="0" cy="1917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7" name="Google Shape;827;p117"/>
          <p:cNvSpPr/>
          <p:nvPr/>
        </p:nvSpPr>
        <p:spPr>
          <a:xfrm>
            <a:off x="1567977" y="3819001"/>
            <a:ext cx="130800" cy="130800"/>
          </a:xfrm>
          <a:prstGeom prst="ellipse">
            <a:avLst/>
          </a:prstGeom>
          <a:solidFill>
            <a:srgbClr val="CF4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8" name="Google Shape;828;p117"/>
          <p:cNvSpPr/>
          <p:nvPr/>
        </p:nvSpPr>
        <p:spPr>
          <a:xfrm>
            <a:off x="5372628" y="3819001"/>
            <a:ext cx="130800" cy="130800"/>
          </a:xfrm>
          <a:prstGeom prst="ellipse">
            <a:avLst/>
          </a:prstGeom>
          <a:solidFill>
            <a:srgbClr val="CF4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9" name="Google Shape;829;p117"/>
          <p:cNvSpPr/>
          <p:nvPr/>
        </p:nvSpPr>
        <p:spPr>
          <a:xfrm>
            <a:off x="8779902" y="3805176"/>
            <a:ext cx="130800" cy="130800"/>
          </a:xfrm>
          <a:prstGeom prst="ellipse">
            <a:avLst/>
          </a:prstGeom>
          <a:solidFill>
            <a:srgbClr val="CF4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0" name="Google Shape;830;p117"/>
          <p:cNvSpPr txBox="1"/>
          <p:nvPr/>
        </p:nvSpPr>
        <p:spPr>
          <a:xfrm>
            <a:off x="1397876" y="3949799"/>
            <a:ext cx="5529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2014</a:t>
            </a:r>
            <a:endParaRPr b="1" i="0" sz="1100" u="none" cap="none" strike="noStrike">
              <a:solidFill>
                <a:srgbClr val="CF41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31" name="Google Shape;831;p117"/>
          <p:cNvSpPr txBox="1"/>
          <p:nvPr>
            <p:ph type="title"/>
          </p:nvPr>
        </p:nvSpPr>
        <p:spPr>
          <a:xfrm>
            <a:off x="1469576" y="4473379"/>
            <a:ext cx="26616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"/>
              <a:buNone/>
              <a:defRPr b="1" sz="16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32" name="Google Shape;832;p117"/>
          <p:cNvSpPr txBox="1"/>
          <p:nvPr>
            <p:ph idx="1" type="subTitle"/>
          </p:nvPr>
        </p:nvSpPr>
        <p:spPr>
          <a:xfrm>
            <a:off x="1469576" y="4773679"/>
            <a:ext cx="2661600" cy="11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cxnSp>
        <p:nvCxnSpPr>
          <p:cNvPr id="833" name="Google Shape;833;p117"/>
          <p:cNvCxnSpPr/>
          <p:nvPr/>
        </p:nvCxnSpPr>
        <p:spPr>
          <a:xfrm rot="10800000">
            <a:off x="1633376" y="3268974"/>
            <a:ext cx="0" cy="614100"/>
          </a:xfrm>
          <a:prstGeom prst="straightConnector1">
            <a:avLst/>
          </a:prstGeom>
          <a:noFill/>
          <a:ln cap="flat" cmpd="sng" w="9525">
            <a:solidFill>
              <a:srgbClr val="CF410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34" name="Google Shape;834;p117"/>
          <p:cNvCxnSpPr/>
          <p:nvPr/>
        </p:nvCxnSpPr>
        <p:spPr>
          <a:xfrm rot="10800000">
            <a:off x="5438027" y="3949799"/>
            <a:ext cx="0" cy="614100"/>
          </a:xfrm>
          <a:prstGeom prst="straightConnector1">
            <a:avLst/>
          </a:prstGeom>
          <a:noFill/>
          <a:ln cap="flat" cmpd="sng" w="9525">
            <a:solidFill>
              <a:srgbClr val="CF410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35" name="Google Shape;835;p117"/>
          <p:cNvSpPr txBox="1"/>
          <p:nvPr/>
        </p:nvSpPr>
        <p:spPr>
          <a:xfrm>
            <a:off x="5202525" y="3425699"/>
            <a:ext cx="5529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2015</a:t>
            </a:r>
            <a:endParaRPr b="1" i="0" sz="1100" u="none" cap="none" strike="noStrike">
              <a:solidFill>
                <a:srgbClr val="CF41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36" name="Google Shape;836;p117"/>
          <p:cNvSpPr txBox="1"/>
          <p:nvPr>
            <p:ph idx="2" type="title"/>
          </p:nvPr>
        </p:nvSpPr>
        <p:spPr>
          <a:xfrm>
            <a:off x="5299274" y="2247375"/>
            <a:ext cx="266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"/>
              <a:buNone/>
              <a:defRPr b="1" sz="16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37" name="Google Shape;837;p117"/>
          <p:cNvSpPr txBox="1"/>
          <p:nvPr>
            <p:ph idx="3" type="subTitle"/>
          </p:nvPr>
        </p:nvSpPr>
        <p:spPr>
          <a:xfrm>
            <a:off x="5299274" y="2509734"/>
            <a:ext cx="2661600" cy="7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38" name="Google Shape;838;p117"/>
          <p:cNvSpPr txBox="1"/>
          <p:nvPr/>
        </p:nvSpPr>
        <p:spPr>
          <a:xfrm>
            <a:off x="8633151" y="3949799"/>
            <a:ext cx="5529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2016</a:t>
            </a:r>
            <a:endParaRPr b="1" i="0" sz="1100" u="none" cap="none" strike="noStrike">
              <a:solidFill>
                <a:srgbClr val="CF41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39" name="Google Shape;839;p117"/>
          <p:cNvSpPr txBox="1"/>
          <p:nvPr>
            <p:ph idx="4" type="title"/>
          </p:nvPr>
        </p:nvSpPr>
        <p:spPr>
          <a:xfrm>
            <a:off x="8704851" y="4473379"/>
            <a:ext cx="26616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"/>
              <a:buNone/>
              <a:defRPr b="1" sz="16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40" name="Google Shape;840;p117"/>
          <p:cNvSpPr txBox="1"/>
          <p:nvPr>
            <p:ph idx="5" type="subTitle"/>
          </p:nvPr>
        </p:nvSpPr>
        <p:spPr>
          <a:xfrm>
            <a:off x="8704851" y="4773679"/>
            <a:ext cx="2661600" cy="11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cxnSp>
        <p:nvCxnSpPr>
          <p:cNvPr id="841" name="Google Shape;841;p117"/>
          <p:cNvCxnSpPr/>
          <p:nvPr/>
        </p:nvCxnSpPr>
        <p:spPr>
          <a:xfrm rot="10800000">
            <a:off x="8845301" y="3268974"/>
            <a:ext cx="0" cy="614100"/>
          </a:xfrm>
          <a:prstGeom prst="straightConnector1">
            <a:avLst/>
          </a:prstGeom>
          <a:noFill/>
          <a:ln cap="flat" cmpd="sng" w="9525">
            <a:solidFill>
              <a:srgbClr val="CF410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42" name="Google Shape;842;p117"/>
          <p:cNvSpPr/>
          <p:nvPr/>
        </p:nvSpPr>
        <p:spPr>
          <a:xfrm>
            <a:off x="8187250" y="1951674"/>
            <a:ext cx="1316100" cy="131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117"/>
          <p:cNvSpPr/>
          <p:nvPr/>
        </p:nvSpPr>
        <p:spPr>
          <a:xfrm>
            <a:off x="4779975" y="4563899"/>
            <a:ext cx="1316100" cy="131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117"/>
          <p:cNvSpPr/>
          <p:nvPr/>
        </p:nvSpPr>
        <p:spPr>
          <a:xfrm>
            <a:off x="975325" y="1979324"/>
            <a:ext cx="1316100" cy="131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5469">
          <p15:clr>
            <a:srgbClr val="FA7B17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02">
  <p:cSld name="CUSTOM_16_1_1">
    <p:bg>
      <p:bgPr>
        <a:solidFill>
          <a:schemeClr val="lt2"/>
        </a:solidFill>
      </p:bgPr>
    </p:bg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118"/>
          <p:cNvSpPr/>
          <p:nvPr/>
        </p:nvSpPr>
        <p:spPr>
          <a:xfrm rot="10800000">
            <a:off x="469025" y="3229199"/>
            <a:ext cx="655200" cy="6552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7" name="Google Shape;847;p118"/>
          <p:cNvCxnSpPr>
            <a:stCxn id="846" idx="2"/>
          </p:cNvCxnSpPr>
          <p:nvPr/>
        </p:nvCxnSpPr>
        <p:spPr>
          <a:xfrm rot="10800000">
            <a:off x="469025" y="-13501"/>
            <a:ext cx="0" cy="3570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8" name="Google Shape;848;p118"/>
          <p:cNvCxnSpPr>
            <a:stCxn id="846" idx="0"/>
            <a:endCxn id="849" idx="0"/>
          </p:cNvCxnSpPr>
          <p:nvPr/>
        </p:nvCxnSpPr>
        <p:spPr>
          <a:xfrm>
            <a:off x="796625" y="3884399"/>
            <a:ext cx="105957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9" name="Google Shape;849;p118"/>
          <p:cNvSpPr/>
          <p:nvPr/>
        </p:nvSpPr>
        <p:spPr>
          <a:xfrm>
            <a:off x="11064725" y="3884399"/>
            <a:ext cx="655200" cy="6552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0" name="Google Shape;850;p118"/>
          <p:cNvCxnSpPr>
            <a:endCxn id="849" idx="2"/>
          </p:cNvCxnSpPr>
          <p:nvPr/>
        </p:nvCxnSpPr>
        <p:spPr>
          <a:xfrm rot="10800000">
            <a:off x="11719925" y="4211999"/>
            <a:ext cx="0" cy="2646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1" name="Google Shape;851;p118"/>
          <p:cNvSpPr/>
          <p:nvPr/>
        </p:nvSpPr>
        <p:spPr>
          <a:xfrm>
            <a:off x="1567977" y="3819001"/>
            <a:ext cx="130800" cy="130800"/>
          </a:xfrm>
          <a:prstGeom prst="ellipse">
            <a:avLst/>
          </a:prstGeom>
          <a:solidFill>
            <a:srgbClr val="CF4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2" name="Google Shape;852;p118"/>
          <p:cNvSpPr/>
          <p:nvPr/>
        </p:nvSpPr>
        <p:spPr>
          <a:xfrm>
            <a:off x="5372628" y="3819001"/>
            <a:ext cx="130800" cy="130800"/>
          </a:xfrm>
          <a:prstGeom prst="ellipse">
            <a:avLst/>
          </a:prstGeom>
          <a:solidFill>
            <a:srgbClr val="CF4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3" name="Google Shape;853;p118"/>
          <p:cNvSpPr/>
          <p:nvPr/>
        </p:nvSpPr>
        <p:spPr>
          <a:xfrm>
            <a:off x="8779902" y="3805176"/>
            <a:ext cx="130800" cy="130800"/>
          </a:xfrm>
          <a:prstGeom prst="ellipse">
            <a:avLst/>
          </a:prstGeom>
          <a:solidFill>
            <a:srgbClr val="CF4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4" name="Google Shape;854;p118"/>
          <p:cNvSpPr txBox="1"/>
          <p:nvPr/>
        </p:nvSpPr>
        <p:spPr>
          <a:xfrm>
            <a:off x="1397876" y="3949799"/>
            <a:ext cx="5529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2017</a:t>
            </a:r>
            <a:endParaRPr b="1" i="0" sz="1100" u="none" cap="none" strike="noStrike">
              <a:solidFill>
                <a:srgbClr val="CF41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55" name="Google Shape;855;p118"/>
          <p:cNvSpPr txBox="1"/>
          <p:nvPr>
            <p:ph type="title"/>
          </p:nvPr>
        </p:nvSpPr>
        <p:spPr>
          <a:xfrm>
            <a:off x="1469576" y="4473379"/>
            <a:ext cx="26616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"/>
              <a:buNone/>
              <a:defRPr b="1" sz="16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56" name="Google Shape;856;p118"/>
          <p:cNvSpPr txBox="1"/>
          <p:nvPr>
            <p:ph idx="1" type="subTitle"/>
          </p:nvPr>
        </p:nvSpPr>
        <p:spPr>
          <a:xfrm>
            <a:off x="1469576" y="4773679"/>
            <a:ext cx="2661600" cy="11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cxnSp>
        <p:nvCxnSpPr>
          <p:cNvPr id="857" name="Google Shape;857;p118"/>
          <p:cNvCxnSpPr/>
          <p:nvPr/>
        </p:nvCxnSpPr>
        <p:spPr>
          <a:xfrm rot="10800000">
            <a:off x="1633376" y="3268974"/>
            <a:ext cx="0" cy="614100"/>
          </a:xfrm>
          <a:prstGeom prst="straightConnector1">
            <a:avLst/>
          </a:prstGeom>
          <a:noFill/>
          <a:ln cap="flat" cmpd="sng" w="9525">
            <a:solidFill>
              <a:srgbClr val="CF410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58" name="Google Shape;858;p118"/>
          <p:cNvCxnSpPr/>
          <p:nvPr/>
        </p:nvCxnSpPr>
        <p:spPr>
          <a:xfrm rot="10800000">
            <a:off x="5438027" y="3949799"/>
            <a:ext cx="0" cy="614100"/>
          </a:xfrm>
          <a:prstGeom prst="straightConnector1">
            <a:avLst/>
          </a:prstGeom>
          <a:noFill/>
          <a:ln cap="flat" cmpd="sng" w="9525">
            <a:solidFill>
              <a:srgbClr val="CF410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59" name="Google Shape;859;p118"/>
          <p:cNvSpPr txBox="1"/>
          <p:nvPr/>
        </p:nvSpPr>
        <p:spPr>
          <a:xfrm>
            <a:off x="5202525" y="3425699"/>
            <a:ext cx="5529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2018</a:t>
            </a:r>
            <a:endParaRPr b="1" i="0" sz="1100" u="none" cap="none" strike="noStrike">
              <a:solidFill>
                <a:srgbClr val="CF41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60" name="Google Shape;860;p118"/>
          <p:cNvSpPr txBox="1"/>
          <p:nvPr>
            <p:ph idx="2" type="title"/>
          </p:nvPr>
        </p:nvSpPr>
        <p:spPr>
          <a:xfrm>
            <a:off x="5299274" y="2247375"/>
            <a:ext cx="266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"/>
              <a:buNone/>
              <a:defRPr b="1" sz="16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61" name="Google Shape;861;p118"/>
          <p:cNvSpPr txBox="1"/>
          <p:nvPr>
            <p:ph idx="3" type="subTitle"/>
          </p:nvPr>
        </p:nvSpPr>
        <p:spPr>
          <a:xfrm>
            <a:off x="5299274" y="2509734"/>
            <a:ext cx="2661600" cy="7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62" name="Google Shape;862;p118"/>
          <p:cNvSpPr txBox="1"/>
          <p:nvPr/>
        </p:nvSpPr>
        <p:spPr>
          <a:xfrm>
            <a:off x="8633151" y="3949799"/>
            <a:ext cx="5529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2019</a:t>
            </a:r>
            <a:endParaRPr b="1" i="0" sz="1100" u="none" cap="none" strike="noStrike">
              <a:solidFill>
                <a:srgbClr val="CF41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63" name="Google Shape;863;p118"/>
          <p:cNvSpPr txBox="1"/>
          <p:nvPr>
            <p:ph idx="4" type="title"/>
          </p:nvPr>
        </p:nvSpPr>
        <p:spPr>
          <a:xfrm>
            <a:off x="8704851" y="4473379"/>
            <a:ext cx="26616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"/>
              <a:buNone/>
              <a:defRPr b="1" sz="16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64" name="Google Shape;864;p118"/>
          <p:cNvSpPr txBox="1"/>
          <p:nvPr>
            <p:ph idx="5" type="subTitle"/>
          </p:nvPr>
        </p:nvSpPr>
        <p:spPr>
          <a:xfrm>
            <a:off x="8704851" y="4773679"/>
            <a:ext cx="2661600" cy="11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cxnSp>
        <p:nvCxnSpPr>
          <p:cNvPr id="865" name="Google Shape;865;p118"/>
          <p:cNvCxnSpPr/>
          <p:nvPr/>
        </p:nvCxnSpPr>
        <p:spPr>
          <a:xfrm rot="10800000">
            <a:off x="8845301" y="3268974"/>
            <a:ext cx="0" cy="614100"/>
          </a:xfrm>
          <a:prstGeom prst="straightConnector1">
            <a:avLst/>
          </a:prstGeom>
          <a:noFill/>
          <a:ln cap="flat" cmpd="sng" w="9525">
            <a:solidFill>
              <a:srgbClr val="CF410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66" name="Google Shape;866;p118"/>
          <p:cNvSpPr/>
          <p:nvPr/>
        </p:nvSpPr>
        <p:spPr>
          <a:xfrm>
            <a:off x="8187250" y="1951674"/>
            <a:ext cx="1316100" cy="131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118"/>
          <p:cNvSpPr/>
          <p:nvPr/>
        </p:nvSpPr>
        <p:spPr>
          <a:xfrm>
            <a:off x="4779975" y="4563899"/>
            <a:ext cx="1316100" cy="131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118"/>
          <p:cNvSpPr/>
          <p:nvPr/>
        </p:nvSpPr>
        <p:spPr>
          <a:xfrm>
            <a:off x="975325" y="1979324"/>
            <a:ext cx="1316100" cy="131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5469">
          <p15:clr>
            <a:srgbClr val="FA7B17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03">
  <p:cSld name="CUSTOM_16_1_1_1">
    <p:bg>
      <p:bgPr>
        <a:solidFill>
          <a:schemeClr val="lt2"/>
        </a:solidFill>
      </p:bgPr>
    </p:bg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119"/>
          <p:cNvSpPr/>
          <p:nvPr/>
        </p:nvSpPr>
        <p:spPr>
          <a:xfrm rot="10800000">
            <a:off x="469025" y="3229199"/>
            <a:ext cx="655200" cy="6552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1" name="Google Shape;871;p119"/>
          <p:cNvCxnSpPr>
            <a:stCxn id="870" idx="2"/>
          </p:cNvCxnSpPr>
          <p:nvPr/>
        </p:nvCxnSpPr>
        <p:spPr>
          <a:xfrm rot="10800000">
            <a:off x="469025" y="-13501"/>
            <a:ext cx="0" cy="3570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2" name="Google Shape;872;p119"/>
          <p:cNvCxnSpPr>
            <a:endCxn id="873" idx="6"/>
          </p:cNvCxnSpPr>
          <p:nvPr/>
        </p:nvCxnSpPr>
        <p:spPr>
          <a:xfrm flipH="1" rot="10800000">
            <a:off x="796602" y="3870576"/>
            <a:ext cx="8114100" cy="13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4" name="Google Shape;874;p119"/>
          <p:cNvSpPr/>
          <p:nvPr/>
        </p:nvSpPr>
        <p:spPr>
          <a:xfrm>
            <a:off x="1567977" y="3819001"/>
            <a:ext cx="130800" cy="130800"/>
          </a:xfrm>
          <a:prstGeom prst="ellipse">
            <a:avLst/>
          </a:prstGeom>
          <a:solidFill>
            <a:srgbClr val="CF4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5" name="Google Shape;875;p119"/>
          <p:cNvSpPr/>
          <p:nvPr/>
        </p:nvSpPr>
        <p:spPr>
          <a:xfrm>
            <a:off x="5372628" y="3819001"/>
            <a:ext cx="130800" cy="130800"/>
          </a:xfrm>
          <a:prstGeom prst="ellipse">
            <a:avLst/>
          </a:prstGeom>
          <a:solidFill>
            <a:srgbClr val="CF4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3" name="Google Shape;873;p119"/>
          <p:cNvSpPr/>
          <p:nvPr/>
        </p:nvSpPr>
        <p:spPr>
          <a:xfrm>
            <a:off x="8779902" y="3805176"/>
            <a:ext cx="130800" cy="130800"/>
          </a:xfrm>
          <a:prstGeom prst="ellipse">
            <a:avLst/>
          </a:prstGeom>
          <a:solidFill>
            <a:srgbClr val="CF4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6" name="Google Shape;876;p119"/>
          <p:cNvSpPr txBox="1"/>
          <p:nvPr/>
        </p:nvSpPr>
        <p:spPr>
          <a:xfrm>
            <a:off x="1397876" y="3949799"/>
            <a:ext cx="5529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2020</a:t>
            </a:r>
            <a:endParaRPr b="1" i="0" sz="1100" u="none" cap="none" strike="noStrike">
              <a:solidFill>
                <a:srgbClr val="CF41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77" name="Google Shape;877;p119"/>
          <p:cNvSpPr txBox="1"/>
          <p:nvPr>
            <p:ph type="title"/>
          </p:nvPr>
        </p:nvSpPr>
        <p:spPr>
          <a:xfrm>
            <a:off x="1469576" y="4473379"/>
            <a:ext cx="26616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"/>
              <a:buNone/>
              <a:defRPr b="1" sz="16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78" name="Google Shape;878;p119"/>
          <p:cNvSpPr txBox="1"/>
          <p:nvPr>
            <p:ph idx="1" type="subTitle"/>
          </p:nvPr>
        </p:nvSpPr>
        <p:spPr>
          <a:xfrm>
            <a:off x="1469576" y="4773679"/>
            <a:ext cx="2661600" cy="11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cxnSp>
        <p:nvCxnSpPr>
          <p:cNvPr id="879" name="Google Shape;879;p119"/>
          <p:cNvCxnSpPr/>
          <p:nvPr/>
        </p:nvCxnSpPr>
        <p:spPr>
          <a:xfrm rot="10800000">
            <a:off x="1633376" y="3268974"/>
            <a:ext cx="0" cy="614100"/>
          </a:xfrm>
          <a:prstGeom prst="straightConnector1">
            <a:avLst/>
          </a:prstGeom>
          <a:noFill/>
          <a:ln cap="flat" cmpd="sng" w="9525">
            <a:solidFill>
              <a:srgbClr val="CF410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80" name="Google Shape;880;p119"/>
          <p:cNvCxnSpPr/>
          <p:nvPr/>
        </p:nvCxnSpPr>
        <p:spPr>
          <a:xfrm rot="10800000">
            <a:off x="5438027" y="3949799"/>
            <a:ext cx="0" cy="614100"/>
          </a:xfrm>
          <a:prstGeom prst="straightConnector1">
            <a:avLst/>
          </a:prstGeom>
          <a:noFill/>
          <a:ln cap="flat" cmpd="sng" w="9525">
            <a:solidFill>
              <a:srgbClr val="CF410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81" name="Google Shape;881;p119"/>
          <p:cNvSpPr txBox="1"/>
          <p:nvPr/>
        </p:nvSpPr>
        <p:spPr>
          <a:xfrm>
            <a:off x="5202525" y="3425699"/>
            <a:ext cx="5529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2021</a:t>
            </a:r>
            <a:endParaRPr b="1" i="0" sz="1100" u="none" cap="none" strike="noStrike">
              <a:solidFill>
                <a:srgbClr val="CF41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82" name="Google Shape;882;p119"/>
          <p:cNvSpPr txBox="1"/>
          <p:nvPr>
            <p:ph idx="2" type="title"/>
          </p:nvPr>
        </p:nvSpPr>
        <p:spPr>
          <a:xfrm>
            <a:off x="5299274" y="2247375"/>
            <a:ext cx="266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"/>
              <a:buNone/>
              <a:defRPr b="1" sz="16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83" name="Google Shape;883;p119"/>
          <p:cNvSpPr txBox="1"/>
          <p:nvPr>
            <p:ph idx="3" type="subTitle"/>
          </p:nvPr>
        </p:nvSpPr>
        <p:spPr>
          <a:xfrm>
            <a:off x="5299274" y="2509734"/>
            <a:ext cx="2661600" cy="7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4" name="Google Shape;884;p119"/>
          <p:cNvSpPr txBox="1"/>
          <p:nvPr/>
        </p:nvSpPr>
        <p:spPr>
          <a:xfrm>
            <a:off x="8599026" y="3949799"/>
            <a:ext cx="5529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2021</a:t>
            </a:r>
            <a:endParaRPr b="1" i="0" sz="1100" u="none" cap="none" strike="noStrike">
              <a:solidFill>
                <a:srgbClr val="CF41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85" name="Google Shape;885;p119"/>
          <p:cNvSpPr txBox="1"/>
          <p:nvPr>
            <p:ph idx="4" type="title"/>
          </p:nvPr>
        </p:nvSpPr>
        <p:spPr>
          <a:xfrm>
            <a:off x="8704851" y="4473379"/>
            <a:ext cx="26616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"/>
              <a:buNone/>
              <a:defRPr b="1" sz="16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86" name="Google Shape;886;p119"/>
          <p:cNvSpPr txBox="1"/>
          <p:nvPr>
            <p:ph idx="5" type="subTitle"/>
          </p:nvPr>
        </p:nvSpPr>
        <p:spPr>
          <a:xfrm>
            <a:off x="8704851" y="4773679"/>
            <a:ext cx="2661600" cy="11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cxnSp>
        <p:nvCxnSpPr>
          <p:cNvPr id="887" name="Google Shape;887;p119"/>
          <p:cNvCxnSpPr/>
          <p:nvPr/>
        </p:nvCxnSpPr>
        <p:spPr>
          <a:xfrm rot="10800000">
            <a:off x="8845301" y="3268974"/>
            <a:ext cx="0" cy="614100"/>
          </a:xfrm>
          <a:prstGeom prst="straightConnector1">
            <a:avLst/>
          </a:prstGeom>
          <a:noFill/>
          <a:ln cap="flat" cmpd="sng" w="9525">
            <a:solidFill>
              <a:srgbClr val="CF410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88" name="Google Shape;888;p119"/>
          <p:cNvSpPr/>
          <p:nvPr/>
        </p:nvSpPr>
        <p:spPr>
          <a:xfrm>
            <a:off x="8187250" y="1951674"/>
            <a:ext cx="1316100" cy="131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119"/>
          <p:cNvSpPr/>
          <p:nvPr/>
        </p:nvSpPr>
        <p:spPr>
          <a:xfrm>
            <a:off x="4779975" y="4563899"/>
            <a:ext cx="1316100" cy="131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119"/>
          <p:cNvSpPr/>
          <p:nvPr/>
        </p:nvSpPr>
        <p:spPr>
          <a:xfrm>
            <a:off x="975325" y="1979324"/>
            <a:ext cx="1316100" cy="131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5469">
          <p15:clr>
            <a:srgbClr val="FA7B17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02">
  <p:cSld name="CUSTOM_17"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120"/>
          <p:cNvSpPr/>
          <p:nvPr/>
        </p:nvSpPr>
        <p:spPr>
          <a:xfrm>
            <a:off x="0" y="3428708"/>
            <a:ext cx="6094500" cy="342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120"/>
          <p:cNvSpPr/>
          <p:nvPr/>
        </p:nvSpPr>
        <p:spPr>
          <a:xfrm>
            <a:off x="6085077" y="0"/>
            <a:ext cx="6094500" cy="342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120"/>
          <p:cNvSpPr txBox="1"/>
          <p:nvPr/>
        </p:nvSpPr>
        <p:spPr>
          <a:xfrm>
            <a:off x="7952410" y="1567400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95" name="Google Shape;895;p120"/>
          <p:cNvSpPr txBox="1"/>
          <p:nvPr/>
        </p:nvSpPr>
        <p:spPr>
          <a:xfrm>
            <a:off x="1830742" y="4913133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96" name="Google Shape;896;p120"/>
          <p:cNvSpPr txBox="1"/>
          <p:nvPr/>
        </p:nvSpPr>
        <p:spPr>
          <a:xfrm>
            <a:off x="457200" y="305072"/>
            <a:ext cx="61884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0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Team</a:t>
            </a:r>
            <a:endParaRPr b="1" i="0" sz="1100" u="none" cap="none" strike="noStrike">
              <a:solidFill>
                <a:srgbClr val="CF41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97" name="Google Shape;897;p120"/>
          <p:cNvSpPr txBox="1"/>
          <p:nvPr>
            <p:ph type="title"/>
          </p:nvPr>
        </p:nvSpPr>
        <p:spPr>
          <a:xfrm>
            <a:off x="457200" y="600575"/>
            <a:ext cx="49140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898" name="Google Shape;898;p120"/>
          <p:cNvSpPr txBox="1"/>
          <p:nvPr>
            <p:ph idx="2" type="title"/>
          </p:nvPr>
        </p:nvSpPr>
        <p:spPr>
          <a:xfrm>
            <a:off x="457200" y="1094578"/>
            <a:ext cx="50568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"/>
              <a:buNone/>
              <a:defRPr b="1" sz="1200">
                <a:solidFill>
                  <a:srgbClr val="434343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899" name="Google Shape;899;p120"/>
          <p:cNvSpPr txBox="1"/>
          <p:nvPr>
            <p:ph idx="1" type="body"/>
          </p:nvPr>
        </p:nvSpPr>
        <p:spPr>
          <a:xfrm>
            <a:off x="457200" y="1676400"/>
            <a:ext cx="55929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00" name="Google Shape;900;p120"/>
          <p:cNvSpPr txBox="1"/>
          <p:nvPr>
            <p:ph idx="3" type="title"/>
          </p:nvPr>
        </p:nvSpPr>
        <p:spPr>
          <a:xfrm>
            <a:off x="6503900" y="3869375"/>
            <a:ext cx="49140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901" name="Google Shape;901;p120"/>
          <p:cNvSpPr txBox="1"/>
          <p:nvPr>
            <p:ph idx="4" type="title"/>
          </p:nvPr>
        </p:nvSpPr>
        <p:spPr>
          <a:xfrm>
            <a:off x="6503900" y="4363378"/>
            <a:ext cx="50568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"/>
              <a:buNone/>
              <a:defRPr b="1" sz="1200">
                <a:solidFill>
                  <a:srgbClr val="434343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902" name="Google Shape;902;p120"/>
          <p:cNvSpPr txBox="1"/>
          <p:nvPr>
            <p:ph idx="5" type="body"/>
          </p:nvPr>
        </p:nvSpPr>
        <p:spPr>
          <a:xfrm>
            <a:off x="6503900" y="4945200"/>
            <a:ext cx="55929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01">
  <p:cSld name="CUSTOM_17_1"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121"/>
          <p:cNvSpPr/>
          <p:nvPr/>
        </p:nvSpPr>
        <p:spPr>
          <a:xfrm>
            <a:off x="6359638" y="5000392"/>
            <a:ext cx="5218800" cy="1857600"/>
          </a:xfrm>
          <a:prstGeom prst="roundRect">
            <a:avLst>
              <a:gd fmla="val 3583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121"/>
          <p:cNvSpPr/>
          <p:nvPr/>
        </p:nvSpPr>
        <p:spPr>
          <a:xfrm>
            <a:off x="7092075" y="100"/>
            <a:ext cx="51099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121"/>
          <p:cNvSpPr txBox="1"/>
          <p:nvPr/>
        </p:nvSpPr>
        <p:spPr>
          <a:xfrm>
            <a:off x="8538697" y="3168800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07" name="Google Shape;907;p121"/>
          <p:cNvSpPr txBox="1"/>
          <p:nvPr/>
        </p:nvSpPr>
        <p:spPr>
          <a:xfrm>
            <a:off x="457200" y="305072"/>
            <a:ext cx="61884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0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Team</a:t>
            </a:r>
            <a:endParaRPr b="1" i="0" sz="1100" u="none" cap="none" strike="noStrike">
              <a:solidFill>
                <a:srgbClr val="CF41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08" name="Google Shape;908;p121"/>
          <p:cNvSpPr txBox="1"/>
          <p:nvPr>
            <p:ph type="title"/>
          </p:nvPr>
        </p:nvSpPr>
        <p:spPr>
          <a:xfrm>
            <a:off x="457200" y="600575"/>
            <a:ext cx="68265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909" name="Google Shape;909;p121"/>
          <p:cNvSpPr txBox="1"/>
          <p:nvPr>
            <p:ph idx="2" type="title"/>
          </p:nvPr>
        </p:nvSpPr>
        <p:spPr>
          <a:xfrm>
            <a:off x="457200" y="1094578"/>
            <a:ext cx="50568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"/>
              <a:buNone/>
              <a:defRPr b="1" sz="1200">
                <a:solidFill>
                  <a:srgbClr val="434343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910" name="Google Shape;910;p121"/>
          <p:cNvSpPr txBox="1"/>
          <p:nvPr>
            <p:ph idx="1" type="body"/>
          </p:nvPr>
        </p:nvSpPr>
        <p:spPr>
          <a:xfrm>
            <a:off x="457200" y="2273100"/>
            <a:ext cx="55929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03">
  <p:cSld name="CUSTOM_17_1_1"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22"/>
          <p:cNvSpPr txBox="1"/>
          <p:nvPr/>
        </p:nvSpPr>
        <p:spPr>
          <a:xfrm>
            <a:off x="457200" y="305072"/>
            <a:ext cx="61884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0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Team</a:t>
            </a:r>
            <a:endParaRPr b="1" i="0" sz="1100" u="none" cap="none" strike="noStrike">
              <a:solidFill>
                <a:srgbClr val="CF41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13" name="Google Shape;913;p122"/>
          <p:cNvSpPr txBox="1"/>
          <p:nvPr>
            <p:ph type="title"/>
          </p:nvPr>
        </p:nvSpPr>
        <p:spPr>
          <a:xfrm>
            <a:off x="457200" y="600575"/>
            <a:ext cx="68265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914" name="Google Shape;914;p122"/>
          <p:cNvSpPr txBox="1"/>
          <p:nvPr>
            <p:ph idx="2" type="title"/>
          </p:nvPr>
        </p:nvSpPr>
        <p:spPr>
          <a:xfrm>
            <a:off x="457200" y="1094578"/>
            <a:ext cx="50568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"/>
              <a:buNone/>
              <a:defRPr b="1" sz="1200">
                <a:solidFill>
                  <a:srgbClr val="434343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None/>
              <a:defRPr sz="16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915" name="Google Shape;915;p122"/>
          <p:cNvSpPr txBox="1"/>
          <p:nvPr>
            <p:ph idx="1" type="body"/>
          </p:nvPr>
        </p:nvSpPr>
        <p:spPr>
          <a:xfrm>
            <a:off x="457200" y="2273100"/>
            <a:ext cx="55929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916" name="Google Shape;916;p1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200" y="6001149"/>
            <a:ext cx="167900" cy="173324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122"/>
          <p:cNvSpPr txBox="1"/>
          <p:nvPr/>
        </p:nvSpPr>
        <p:spPr>
          <a:xfrm>
            <a:off x="672700" y="5929417"/>
            <a:ext cx="6558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GITHUB</a:t>
            </a:r>
            <a:endParaRPr b="1" i="0" sz="1000" u="none" cap="none" strike="noStrik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918" name="Google Shape;918;p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9713" y="6001150"/>
            <a:ext cx="167900" cy="1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122"/>
          <p:cNvSpPr txBox="1"/>
          <p:nvPr/>
        </p:nvSpPr>
        <p:spPr>
          <a:xfrm>
            <a:off x="2519160" y="5933851"/>
            <a:ext cx="8805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TWITTER</a:t>
            </a:r>
            <a:endParaRPr b="1" i="0" sz="1000" u="none" cap="none" strike="noStrik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920" name="Google Shape;920;p1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4700" y="6001147"/>
            <a:ext cx="246018" cy="173326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p122"/>
          <p:cNvSpPr txBox="1"/>
          <p:nvPr/>
        </p:nvSpPr>
        <p:spPr>
          <a:xfrm>
            <a:off x="6950425" y="5933851"/>
            <a:ext cx="8805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MEDIUM</a:t>
            </a:r>
            <a:endParaRPr b="1" i="0" sz="1000" u="none" cap="none" strike="noStrik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22" name="Google Shape;922;p122"/>
          <p:cNvSpPr txBox="1"/>
          <p:nvPr/>
        </p:nvSpPr>
        <p:spPr>
          <a:xfrm>
            <a:off x="4608675" y="5927840"/>
            <a:ext cx="8805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LINKEDIN</a:t>
            </a:r>
            <a:endParaRPr b="1" i="0" sz="1000" u="none" cap="none" strike="noStrik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923" name="Google Shape;923;p1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67200" y="6005345"/>
            <a:ext cx="167900" cy="1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122"/>
          <p:cNvSpPr txBox="1"/>
          <p:nvPr>
            <p:ph idx="3" type="subTitle"/>
          </p:nvPr>
        </p:nvSpPr>
        <p:spPr>
          <a:xfrm>
            <a:off x="671104" y="6203195"/>
            <a:ext cx="15879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000"/>
              <a:buNone/>
              <a:defRPr b="1" sz="1000">
                <a:solidFill>
                  <a:srgbClr val="F75307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000"/>
              <a:buNone/>
              <a:defRPr b="1" sz="1000">
                <a:solidFill>
                  <a:srgbClr val="F75307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000"/>
              <a:buNone/>
              <a:defRPr b="1" sz="1000">
                <a:solidFill>
                  <a:srgbClr val="F75307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000"/>
              <a:buNone/>
              <a:defRPr b="1" sz="1000">
                <a:solidFill>
                  <a:srgbClr val="F75307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000"/>
              <a:buNone/>
              <a:defRPr b="1" sz="1000">
                <a:solidFill>
                  <a:srgbClr val="F75307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000"/>
              <a:buNone/>
              <a:defRPr b="1" sz="1000">
                <a:solidFill>
                  <a:srgbClr val="F75307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000"/>
              <a:buNone/>
              <a:defRPr b="1" sz="1000">
                <a:solidFill>
                  <a:srgbClr val="F75307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000"/>
              <a:buNone/>
              <a:defRPr b="1" sz="1000">
                <a:solidFill>
                  <a:srgbClr val="F75307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000"/>
              <a:buNone/>
              <a:defRPr b="1" sz="1000">
                <a:solidFill>
                  <a:srgbClr val="F75307"/>
                </a:solidFill>
              </a:defRPr>
            </a:lvl9pPr>
          </a:lstStyle>
          <a:p/>
        </p:txBody>
      </p:sp>
      <p:sp>
        <p:nvSpPr>
          <p:cNvPr id="925" name="Google Shape;925;p122"/>
          <p:cNvSpPr txBox="1"/>
          <p:nvPr>
            <p:ph idx="4" type="subTitle"/>
          </p:nvPr>
        </p:nvSpPr>
        <p:spPr>
          <a:xfrm>
            <a:off x="2519160" y="6203195"/>
            <a:ext cx="15879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000"/>
              <a:buNone/>
              <a:defRPr b="1" sz="1000">
                <a:solidFill>
                  <a:srgbClr val="F75307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000"/>
              <a:buNone/>
              <a:defRPr b="1" sz="1000">
                <a:solidFill>
                  <a:srgbClr val="F75307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000"/>
              <a:buNone/>
              <a:defRPr b="1" sz="1000">
                <a:solidFill>
                  <a:srgbClr val="F75307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000"/>
              <a:buNone/>
              <a:defRPr b="1" sz="1000">
                <a:solidFill>
                  <a:srgbClr val="F75307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000"/>
              <a:buNone/>
              <a:defRPr b="1" sz="1000">
                <a:solidFill>
                  <a:srgbClr val="F75307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000"/>
              <a:buNone/>
              <a:defRPr b="1" sz="1000">
                <a:solidFill>
                  <a:srgbClr val="F75307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000"/>
              <a:buNone/>
              <a:defRPr b="1" sz="1000">
                <a:solidFill>
                  <a:srgbClr val="F75307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000"/>
              <a:buNone/>
              <a:defRPr b="1" sz="1000">
                <a:solidFill>
                  <a:srgbClr val="F75307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000"/>
              <a:buNone/>
              <a:defRPr b="1" sz="1000">
                <a:solidFill>
                  <a:srgbClr val="F75307"/>
                </a:solidFill>
              </a:defRPr>
            </a:lvl9pPr>
          </a:lstStyle>
          <a:p/>
        </p:txBody>
      </p:sp>
      <p:sp>
        <p:nvSpPr>
          <p:cNvPr id="926" name="Google Shape;926;p122"/>
          <p:cNvSpPr txBox="1"/>
          <p:nvPr>
            <p:ph idx="5" type="subTitle"/>
          </p:nvPr>
        </p:nvSpPr>
        <p:spPr>
          <a:xfrm>
            <a:off x="4608675" y="6203195"/>
            <a:ext cx="15879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000"/>
              <a:buNone/>
              <a:defRPr b="1" sz="1000">
                <a:solidFill>
                  <a:srgbClr val="F75307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000"/>
              <a:buNone/>
              <a:defRPr b="1" sz="1000">
                <a:solidFill>
                  <a:srgbClr val="F75307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000"/>
              <a:buNone/>
              <a:defRPr b="1" sz="1000">
                <a:solidFill>
                  <a:srgbClr val="F75307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000"/>
              <a:buNone/>
              <a:defRPr b="1" sz="1000">
                <a:solidFill>
                  <a:srgbClr val="F75307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000"/>
              <a:buNone/>
              <a:defRPr b="1" sz="1000">
                <a:solidFill>
                  <a:srgbClr val="F75307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000"/>
              <a:buNone/>
              <a:defRPr b="1" sz="1000">
                <a:solidFill>
                  <a:srgbClr val="F75307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000"/>
              <a:buNone/>
              <a:defRPr b="1" sz="1000">
                <a:solidFill>
                  <a:srgbClr val="F75307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000"/>
              <a:buNone/>
              <a:defRPr b="1" sz="1000">
                <a:solidFill>
                  <a:srgbClr val="F75307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000"/>
              <a:buNone/>
              <a:defRPr b="1" sz="1000">
                <a:solidFill>
                  <a:srgbClr val="F75307"/>
                </a:solidFill>
              </a:defRPr>
            </a:lvl9pPr>
          </a:lstStyle>
          <a:p/>
        </p:txBody>
      </p:sp>
      <p:sp>
        <p:nvSpPr>
          <p:cNvPr id="927" name="Google Shape;927;p122"/>
          <p:cNvSpPr txBox="1"/>
          <p:nvPr>
            <p:ph idx="6" type="subTitle"/>
          </p:nvPr>
        </p:nvSpPr>
        <p:spPr>
          <a:xfrm>
            <a:off x="6950425" y="6203195"/>
            <a:ext cx="15879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000"/>
              <a:buNone/>
              <a:defRPr b="1" sz="1000">
                <a:solidFill>
                  <a:srgbClr val="F75307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000"/>
              <a:buNone/>
              <a:defRPr b="1" sz="1000">
                <a:solidFill>
                  <a:srgbClr val="F75307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000"/>
              <a:buNone/>
              <a:defRPr b="1" sz="1000">
                <a:solidFill>
                  <a:srgbClr val="F75307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000"/>
              <a:buNone/>
              <a:defRPr b="1" sz="1000">
                <a:solidFill>
                  <a:srgbClr val="F75307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000"/>
              <a:buNone/>
              <a:defRPr b="1" sz="1000">
                <a:solidFill>
                  <a:srgbClr val="F75307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000"/>
              <a:buNone/>
              <a:defRPr b="1" sz="1000">
                <a:solidFill>
                  <a:srgbClr val="F75307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000"/>
              <a:buNone/>
              <a:defRPr b="1" sz="1000">
                <a:solidFill>
                  <a:srgbClr val="F75307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000"/>
              <a:buNone/>
              <a:defRPr b="1" sz="1000">
                <a:solidFill>
                  <a:srgbClr val="F75307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307"/>
              </a:buClr>
              <a:buSzPts val="1000"/>
              <a:buNone/>
              <a:defRPr b="1" sz="1000">
                <a:solidFill>
                  <a:srgbClr val="F75307"/>
                </a:solidFill>
              </a:defRPr>
            </a:lvl9pPr>
          </a:lstStyle>
          <a:p/>
        </p:txBody>
      </p:sp>
      <p:sp>
        <p:nvSpPr>
          <p:cNvPr id="928" name="Google Shape;928;p122"/>
          <p:cNvSpPr/>
          <p:nvPr/>
        </p:nvSpPr>
        <p:spPr>
          <a:xfrm>
            <a:off x="7076996" y="3428992"/>
            <a:ext cx="5218800" cy="1857600"/>
          </a:xfrm>
          <a:prstGeom prst="roundRect">
            <a:avLst>
              <a:gd fmla="val 3583" name="adj"/>
            </a:avLst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122"/>
          <p:cNvSpPr/>
          <p:nvPr/>
        </p:nvSpPr>
        <p:spPr>
          <a:xfrm>
            <a:off x="7368456" y="1709533"/>
            <a:ext cx="4820400" cy="321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122"/>
          <p:cNvSpPr txBox="1"/>
          <p:nvPr/>
        </p:nvSpPr>
        <p:spPr>
          <a:xfrm>
            <a:off x="8562158" y="3058700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869">
          <p15:clr>
            <a:srgbClr val="FA7B17"/>
          </p15:clr>
        </p15:guide>
        <p15:guide id="2" orient="horz" pos="3780">
          <p15:clr>
            <a:srgbClr val="FA7B17"/>
          </p15:clr>
        </p15:guide>
        <p15:guide id="3" orient="horz" pos="3926">
          <p15:clr>
            <a:srgbClr val="FA7B17"/>
          </p15:clr>
        </p15:guide>
        <p15:guide id="4" pos="1728">
          <p15:clr>
            <a:srgbClr val="FA7B17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05">
  <p:cSld name="CUSTOM_18"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123"/>
          <p:cNvSpPr/>
          <p:nvPr/>
        </p:nvSpPr>
        <p:spPr>
          <a:xfrm>
            <a:off x="2719375" y="1112800"/>
            <a:ext cx="3008700" cy="3032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123"/>
          <p:cNvSpPr/>
          <p:nvPr/>
        </p:nvSpPr>
        <p:spPr>
          <a:xfrm>
            <a:off x="5907944" y="1112800"/>
            <a:ext cx="2539500" cy="143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123"/>
          <p:cNvSpPr/>
          <p:nvPr/>
        </p:nvSpPr>
        <p:spPr>
          <a:xfrm>
            <a:off x="5907944" y="2713200"/>
            <a:ext cx="2539500" cy="3032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123"/>
          <p:cNvSpPr/>
          <p:nvPr/>
        </p:nvSpPr>
        <p:spPr>
          <a:xfrm>
            <a:off x="4320708" y="4313600"/>
            <a:ext cx="1407600" cy="143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123"/>
          <p:cNvSpPr/>
          <p:nvPr/>
        </p:nvSpPr>
        <p:spPr>
          <a:xfrm>
            <a:off x="2719375" y="4313600"/>
            <a:ext cx="1421700" cy="143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123"/>
          <p:cNvSpPr txBox="1"/>
          <p:nvPr/>
        </p:nvSpPr>
        <p:spPr>
          <a:xfrm>
            <a:off x="5961131" y="1568400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38" name="Google Shape;938;p123"/>
          <p:cNvSpPr txBox="1"/>
          <p:nvPr/>
        </p:nvSpPr>
        <p:spPr>
          <a:xfrm>
            <a:off x="5961131" y="3969000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39" name="Google Shape;939;p123"/>
          <p:cNvSpPr txBox="1"/>
          <p:nvPr/>
        </p:nvSpPr>
        <p:spPr>
          <a:xfrm>
            <a:off x="3007270" y="2368600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40" name="Google Shape;940;p123"/>
          <p:cNvSpPr/>
          <p:nvPr/>
        </p:nvSpPr>
        <p:spPr>
          <a:xfrm>
            <a:off x="-6" y="1112800"/>
            <a:ext cx="2539500" cy="3032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123"/>
          <p:cNvSpPr txBox="1"/>
          <p:nvPr/>
        </p:nvSpPr>
        <p:spPr>
          <a:xfrm>
            <a:off x="53181" y="2368600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42" name="Google Shape;942;p123"/>
          <p:cNvSpPr/>
          <p:nvPr/>
        </p:nvSpPr>
        <p:spPr>
          <a:xfrm>
            <a:off x="244" y="4313600"/>
            <a:ext cx="2539500" cy="143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123"/>
          <p:cNvSpPr txBox="1"/>
          <p:nvPr/>
        </p:nvSpPr>
        <p:spPr>
          <a:xfrm>
            <a:off x="53431" y="4769200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+ Heading">
  <p:cSld name="CUSTOM_19_1"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124"/>
          <p:cNvSpPr txBox="1"/>
          <p:nvPr>
            <p:ph type="title"/>
          </p:nvPr>
        </p:nvSpPr>
        <p:spPr>
          <a:xfrm>
            <a:off x="457203" y="1577663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46" name="Google Shape;946;p124"/>
          <p:cNvSpPr txBox="1"/>
          <p:nvPr>
            <p:ph idx="2" type="title"/>
          </p:nvPr>
        </p:nvSpPr>
        <p:spPr>
          <a:xfrm>
            <a:off x="457203" y="188367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pic>
        <p:nvPicPr>
          <p:cNvPr id="947" name="Google Shape;947;p1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199" y="457198"/>
            <a:ext cx="1377499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124"/>
          <p:cNvSpPr txBox="1"/>
          <p:nvPr>
            <p:ph idx="1" type="body"/>
          </p:nvPr>
        </p:nvSpPr>
        <p:spPr>
          <a:xfrm>
            <a:off x="457203" y="3086100"/>
            <a:ext cx="55929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s 01">
  <p:cSld name="CUSTOM_19"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125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125"/>
          <p:cNvSpPr txBox="1"/>
          <p:nvPr/>
        </p:nvSpPr>
        <p:spPr>
          <a:xfrm>
            <a:off x="4877997" y="3168750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s 02">
  <p:cSld name="CUSTOM_19_2"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126"/>
          <p:cNvSpPr/>
          <p:nvPr/>
        </p:nvSpPr>
        <p:spPr>
          <a:xfrm>
            <a:off x="0" y="0"/>
            <a:ext cx="60945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126"/>
          <p:cNvSpPr txBox="1"/>
          <p:nvPr/>
        </p:nvSpPr>
        <p:spPr>
          <a:xfrm>
            <a:off x="1565747" y="3168750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55" name="Google Shape;955;p126"/>
          <p:cNvSpPr/>
          <p:nvPr/>
        </p:nvSpPr>
        <p:spPr>
          <a:xfrm>
            <a:off x="6094500" y="0"/>
            <a:ext cx="60945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126"/>
          <p:cNvSpPr txBox="1"/>
          <p:nvPr/>
        </p:nvSpPr>
        <p:spPr>
          <a:xfrm>
            <a:off x="7925247" y="3168750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s 03">
  <p:cSld name="CUSTOM_19_2_1"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127"/>
          <p:cNvSpPr/>
          <p:nvPr/>
        </p:nvSpPr>
        <p:spPr>
          <a:xfrm>
            <a:off x="0" y="0"/>
            <a:ext cx="40224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127"/>
          <p:cNvSpPr txBox="1"/>
          <p:nvPr/>
        </p:nvSpPr>
        <p:spPr>
          <a:xfrm>
            <a:off x="794697" y="3168750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60" name="Google Shape;960;p127"/>
          <p:cNvSpPr txBox="1"/>
          <p:nvPr/>
        </p:nvSpPr>
        <p:spPr>
          <a:xfrm>
            <a:off x="4877972" y="3168750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61" name="Google Shape;961;p127"/>
          <p:cNvSpPr/>
          <p:nvPr/>
        </p:nvSpPr>
        <p:spPr>
          <a:xfrm>
            <a:off x="8166550" y="0"/>
            <a:ext cx="40224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127"/>
          <p:cNvSpPr txBox="1"/>
          <p:nvPr/>
        </p:nvSpPr>
        <p:spPr>
          <a:xfrm>
            <a:off x="8961247" y="3168750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ycle time">
  <p:cSld name="CUSTOM_19_2_1_1">
    <p:bg>
      <p:bgPr>
        <a:solidFill>
          <a:schemeClr val="lt2"/>
        </a:solidFill>
      </p:bgPr>
    </p:bg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128"/>
          <p:cNvSpPr/>
          <p:nvPr/>
        </p:nvSpPr>
        <p:spPr>
          <a:xfrm>
            <a:off x="457200" y="2381700"/>
            <a:ext cx="3658200" cy="4023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5" name="Google Shape;965;p128"/>
          <p:cNvGrpSpPr/>
          <p:nvPr/>
        </p:nvGrpSpPr>
        <p:grpSpPr>
          <a:xfrm>
            <a:off x="457200" y="1828800"/>
            <a:ext cx="3658200" cy="551676"/>
            <a:chOff x="457200" y="457200"/>
            <a:chExt cx="3658200" cy="551676"/>
          </a:xfrm>
        </p:grpSpPr>
        <p:sp>
          <p:nvSpPr>
            <p:cNvPr id="966" name="Google Shape;966;p128"/>
            <p:cNvSpPr/>
            <p:nvPr/>
          </p:nvSpPr>
          <p:spPr>
            <a:xfrm>
              <a:off x="457200" y="457200"/>
              <a:ext cx="3658200" cy="548700"/>
            </a:xfrm>
            <a:prstGeom prst="roundRect">
              <a:avLst>
                <a:gd fmla="val 8650" name="adj"/>
              </a:avLst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128"/>
            <p:cNvSpPr/>
            <p:nvPr/>
          </p:nvSpPr>
          <p:spPr>
            <a:xfrm>
              <a:off x="457200" y="742776"/>
              <a:ext cx="3658200" cy="2661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8" name="Google Shape;968;p128"/>
          <p:cNvSpPr/>
          <p:nvPr/>
        </p:nvSpPr>
        <p:spPr>
          <a:xfrm>
            <a:off x="8115300" y="2381700"/>
            <a:ext cx="3658200" cy="4023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9" name="Google Shape;969;p128"/>
          <p:cNvGrpSpPr/>
          <p:nvPr/>
        </p:nvGrpSpPr>
        <p:grpSpPr>
          <a:xfrm>
            <a:off x="8115300" y="1828800"/>
            <a:ext cx="3658200" cy="551676"/>
            <a:chOff x="457200" y="457200"/>
            <a:chExt cx="3658200" cy="551676"/>
          </a:xfrm>
        </p:grpSpPr>
        <p:sp>
          <p:nvSpPr>
            <p:cNvPr id="970" name="Google Shape;970;p128"/>
            <p:cNvSpPr/>
            <p:nvPr/>
          </p:nvSpPr>
          <p:spPr>
            <a:xfrm>
              <a:off x="457200" y="457200"/>
              <a:ext cx="3658200" cy="548700"/>
            </a:xfrm>
            <a:prstGeom prst="roundRect">
              <a:avLst>
                <a:gd fmla="val 8650" name="adj"/>
              </a:avLst>
            </a:prstGeom>
            <a:solidFill>
              <a:srgbClr val="CF4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128"/>
            <p:cNvSpPr/>
            <p:nvPr/>
          </p:nvSpPr>
          <p:spPr>
            <a:xfrm>
              <a:off x="457200" y="742776"/>
              <a:ext cx="3658200" cy="266100"/>
            </a:xfrm>
            <a:prstGeom prst="rect">
              <a:avLst/>
            </a:prstGeom>
            <a:solidFill>
              <a:srgbClr val="CF4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2" name="Google Shape;972;p128"/>
          <p:cNvSpPr/>
          <p:nvPr/>
        </p:nvSpPr>
        <p:spPr>
          <a:xfrm>
            <a:off x="4286250" y="2381700"/>
            <a:ext cx="3658200" cy="4023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3" name="Google Shape;973;p128"/>
          <p:cNvGrpSpPr/>
          <p:nvPr/>
        </p:nvGrpSpPr>
        <p:grpSpPr>
          <a:xfrm>
            <a:off x="4286250" y="1828800"/>
            <a:ext cx="3658200" cy="551676"/>
            <a:chOff x="457200" y="457200"/>
            <a:chExt cx="3658200" cy="551676"/>
          </a:xfrm>
        </p:grpSpPr>
        <p:sp>
          <p:nvSpPr>
            <p:cNvPr id="974" name="Google Shape;974;p128"/>
            <p:cNvSpPr/>
            <p:nvPr/>
          </p:nvSpPr>
          <p:spPr>
            <a:xfrm>
              <a:off x="457200" y="457200"/>
              <a:ext cx="3658200" cy="548700"/>
            </a:xfrm>
            <a:prstGeom prst="roundRect">
              <a:avLst>
                <a:gd fmla="val 8650" name="adj"/>
              </a:avLst>
            </a:prstGeom>
            <a:solidFill>
              <a:srgbClr val="F7530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128"/>
            <p:cNvSpPr/>
            <p:nvPr/>
          </p:nvSpPr>
          <p:spPr>
            <a:xfrm>
              <a:off x="457200" y="742776"/>
              <a:ext cx="3658200" cy="266100"/>
            </a:xfrm>
            <a:prstGeom prst="rect">
              <a:avLst/>
            </a:prstGeom>
            <a:solidFill>
              <a:srgbClr val="F7530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6" name="Google Shape;976;p128"/>
          <p:cNvSpPr txBox="1"/>
          <p:nvPr/>
        </p:nvSpPr>
        <p:spPr>
          <a:xfrm>
            <a:off x="609600" y="1875275"/>
            <a:ext cx="14196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Ready to Start</a:t>
            </a:r>
            <a:endParaRPr b="1" i="0" sz="1600" u="none" cap="none" strike="noStrik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77" name="Google Shape;977;p128"/>
          <p:cNvSpPr txBox="1"/>
          <p:nvPr/>
        </p:nvSpPr>
        <p:spPr>
          <a:xfrm>
            <a:off x="4438650" y="1875275"/>
            <a:ext cx="14196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In-progress</a:t>
            </a:r>
            <a:endParaRPr b="1" i="0" sz="1600" u="none" cap="none" strike="noStrik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78" name="Google Shape;978;p128"/>
          <p:cNvSpPr txBox="1"/>
          <p:nvPr/>
        </p:nvSpPr>
        <p:spPr>
          <a:xfrm>
            <a:off x="8267700" y="1875275"/>
            <a:ext cx="14196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Done</a:t>
            </a:r>
            <a:endParaRPr b="1" i="0" sz="1600" u="none" cap="none" strike="noStrik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79" name="Google Shape;979;p128"/>
          <p:cNvSpPr txBox="1"/>
          <p:nvPr>
            <p:ph type="title"/>
          </p:nvPr>
        </p:nvSpPr>
        <p:spPr>
          <a:xfrm>
            <a:off x="457200" y="457200"/>
            <a:ext cx="49140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980" name="Google Shape;980;p128"/>
          <p:cNvSpPr/>
          <p:nvPr/>
        </p:nvSpPr>
        <p:spPr>
          <a:xfrm>
            <a:off x="640050" y="2568227"/>
            <a:ext cx="3292500" cy="1094700"/>
          </a:xfrm>
          <a:prstGeom prst="roundRect">
            <a:avLst>
              <a:gd fmla="val 494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128"/>
          <p:cNvSpPr txBox="1"/>
          <p:nvPr>
            <p:ph idx="2" type="title"/>
          </p:nvPr>
        </p:nvSpPr>
        <p:spPr>
          <a:xfrm>
            <a:off x="792450" y="2720625"/>
            <a:ext cx="20610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"/>
              <a:buNone/>
              <a:defRPr b="1" sz="1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82" name="Google Shape;982;p128"/>
          <p:cNvSpPr txBox="1"/>
          <p:nvPr>
            <p:ph idx="3" type="title"/>
          </p:nvPr>
        </p:nvSpPr>
        <p:spPr>
          <a:xfrm>
            <a:off x="792450" y="2989424"/>
            <a:ext cx="29271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83" name="Google Shape;983;p128"/>
          <p:cNvSpPr/>
          <p:nvPr/>
        </p:nvSpPr>
        <p:spPr>
          <a:xfrm>
            <a:off x="640050" y="3850677"/>
            <a:ext cx="3292500" cy="1094700"/>
          </a:xfrm>
          <a:prstGeom prst="roundRect">
            <a:avLst>
              <a:gd fmla="val 494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128"/>
          <p:cNvSpPr txBox="1"/>
          <p:nvPr>
            <p:ph idx="4" type="title"/>
          </p:nvPr>
        </p:nvSpPr>
        <p:spPr>
          <a:xfrm>
            <a:off x="792450" y="4003075"/>
            <a:ext cx="20610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"/>
              <a:buNone/>
              <a:defRPr b="1" sz="1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85" name="Google Shape;985;p128"/>
          <p:cNvSpPr txBox="1"/>
          <p:nvPr>
            <p:ph idx="5" type="title"/>
          </p:nvPr>
        </p:nvSpPr>
        <p:spPr>
          <a:xfrm>
            <a:off x="792450" y="4271874"/>
            <a:ext cx="29271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86" name="Google Shape;986;p128"/>
          <p:cNvSpPr/>
          <p:nvPr/>
        </p:nvSpPr>
        <p:spPr>
          <a:xfrm>
            <a:off x="640050" y="5133127"/>
            <a:ext cx="3292500" cy="1094700"/>
          </a:xfrm>
          <a:prstGeom prst="roundRect">
            <a:avLst>
              <a:gd fmla="val 494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128"/>
          <p:cNvSpPr txBox="1"/>
          <p:nvPr>
            <p:ph idx="6" type="title"/>
          </p:nvPr>
        </p:nvSpPr>
        <p:spPr>
          <a:xfrm>
            <a:off x="792450" y="5285525"/>
            <a:ext cx="20610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"/>
              <a:buNone/>
              <a:defRPr b="1" sz="1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88" name="Google Shape;988;p128"/>
          <p:cNvSpPr txBox="1"/>
          <p:nvPr>
            <p:ph idx="7" type="title"/>
          </p:nvPr>
        </p:nvSpPr>
        <p:spPr>
          <a:xfrm>
            <a:off x="792450" y="5554324"/>
            <a:ext cx="29271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89" name="Google Shape;989;p128"/>
          <p:cNvSpPr/>
          <p:nvPr/>
        </p:nvSpPr>
        <p:spPr>
          <a:xfrm>
            <a:off x="4469100" y="2568227"/>
            <a:ext cx="3292500" cy="1094700"/>
          </a:xfrm>
          <a:prstGeom prst="roundRect">
            <a:avLst>
              <a:gd fmla="val 494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128"/>
          <p:cNvSpPr txBox="1"/>
          <p:nvPr>
            <p:ph idx="8" type="title"/>
          </p:nvPr>
        </p:nvSpPr>
        <p:spPr>
          <a:xfrm>
            <a:off x="4621500" y="2720625"/>
            <a:ext cx="20610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"/>
              <a:buNone/>
              <a:defRPr b="1" sz="1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91" name="Google Shape;991;p128"/>
          <p:cNvSpPr txBox="1"/>
          <p:nvPr>
            <p:ph idx="9" type="title"/>
          </p:nvPr>
        </p:nvSpPr>
        <p:spPr>
          <a:xfrm>
            <a:off x="4621500" y="2989424"/>
            <a:ext cx="29271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92" name="Google Shape;992;p128"/>
          <p:cNvSpPr/>
          <p:nvPr/>
        </p:nvSpPr>
        <p:spPr>
          <a:xfrm>
            <a:off x="4469100" y="3850677"/>
            <a:ext cx="3292500" cy="1094700"/>
          </a:xfrm>
          <a:prstGeom prst="roundRect">
            <a:avLst>
              <a:gd fmla="val 494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128"/>
          <p:cNvSpPr txBox="1"/>
          <p:nvPr>
            <p:ph idx="13" type="title"/>
          </p:nvPr>
        </p:nvSpPr>
        <p:spPr>
          <a:xfrm>
            <a:off x="4621500" y="4003075"/>
            <a:ext cx="20610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"/>
              <a:buNone/>
              <a:defRPr b="1" sz="1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94" name="Google Shape;994;p128"/>
          <p:cNvSpPr txBox="1"/>
          <p:nvPr>
            <p:ph idx="14" type="title"/>
          </p:nvPr>
        </p:nvSpPr>
        <p:spPr>
          <a:xfrm>
            <a:off x="4621500" y="4271874"/>
            <a:ext cx="29271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95" name="Google Shape;995;p128"/>
          <p:cNvSpPr/>
          <p:nvPr/>
        </p:nvSpPr>
        <p:spPr>
          <a:xfrm>
            <a:off x="4469100" y="5133127"/>
            <a:ext cx="3292500" cy="1094700"/>
          </a:xfrm>
          <a:prstGeom prst="roundRect">
            <a:avLst>
              <a:gd fmla="val 494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128"/>
          <p:cNvSpPr txBox="1"/>
          <p:nvPr>
            <p:ph idx="15" type="title"/>
          </p:nvPr>
        </p:nvSpPr>
        <p:spPr>
          <a:xfrm>
            <a:off x="4621500" y="5285525"/>
            <a:ext cx="20610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"/>
              <a:buNone/>
              <a:defRPr b="1" sz="1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97" name="Google Shape;997;p128"/>
          <p:cNvSpPr txBox="1"/>
          <p:nvPr>
            <p:ph idx="16" type="title"/>
          </p:nvPr>
        </p:nvSpPr>
        <p:spPr>
          <a:xfrm>
            <a:off x="4621500" y="5554324"/>
            <a:ext cx="29271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98" name="Google Shape;998;p128"/>
          <p:cNvSpPr/>
          <p:nvPr/>
        </p:nvSpPr>
        <p:spPr>
          <a:xfrm>
            <a:off x="8298150" y="2568227"/>
            <a:ext cx="3292500" cy="1094700"/>
          </a:xfrm>
          <a:prstGeom prst="roundRect">
            <a:avLst>
              <a:gd fmla="val 494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128"/>
          <p:cNvSpPr txBox="1"/>
          <p:nvPr>
            <p:ph idx="17" type="title"/>
          </p:nvPr>
        </p:nvSpPr>
        <p:spPr>
          <a:xfrm>
            <a:off x="8450550" y="2720625"/>
            <a:ext cx="20610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"/>
              <a:buNone/>
              <a:defRPr b="1" sz="1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00" name="Google Shape;1000;p128"/>
          <p:cNvSpPr txBox="1"/>
          <p:nvPr>
            <p:ph idx="18" type="title"/>
          </p:nvPr>
        </p:nvSpPr>
        <p:spPr>
          <a:xfrm>
            <a:off x="8450550" y="2989424"/>
            <a:ext cx="29271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01" name="Google Shape;1001;p128"/>
          <p:cNvSpPr/>
          <p:nvPr/>
        </p:nvSpPr>
        <p:spPr>
          <a:xfrm>
            <a:off x="8298150" y="3850677"/>
            <a:ext cx="3292500" cy="1094700"/>
          </a:xfrm>
          <a:prstGeom prst="roundRect">
            <a:avLst>
              <a:gd fmla="val 494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128"/>
          <p:cNvSpPr txBox="1"/>
          <p:nvPr>
            <p:ph idx="19" type="title"/>
          </p:nvPr>
        </p:nvSpPr>
        <p:spPr>
          <a:xfrm>
            <a:off x="8450550" y="4003075"/>
            <a:ext cx="20610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"/>
              <a:buNone/>
              <a:defRPr b="1" sz="1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03" name="Google Shape;1003;p128"/>
          <p:cNvSpPr txBox="1"/>
          <p:nvPr>
            <p:ph idx="20" type="title"/>
          </p:nvPr>
        </p:nvSpPr>
        <p:spPr>
          <a:xfrm>
            <a:off x="8450550" y="4271874"/>
            <a:ext cx="29271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04" name="Google Shape;1004;p128"/>
          <p:cNvSpPr/>
          <p:nvPr/>
        </p:nvSpPr>
        <p:spPr>
          <a:xfrm>
            <a:off x="8298150" y="5133127"/>
            <a:ext cx="3292500" cy="1094700"/>
          </a:xfrm>
          <a:prstGeom prst="roundRect">
            <a:avLst>
              <a:gd fmla="val 494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128"/>
          <p:cNvSpPr txBox="1"/>
          <p:nvPr>
            <p:ph idx="21" type="title"/>
          </p:nvPr>
        </p:nvSpPr>
        <p:spPr>
          <a:xfrm>
            <a:off x="8450550" y="5285525"/>
            <a:ext cx="20610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"/>
              <a:buNone/>
              <a:defRPr b="1" sz="1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06" name="Google Shape;1006;p128"/>
          <p:cNvSpPr txBox="1"/>
          <p:nvPr>
            <p:ph idx="22" type="title"/>
          </p:nvPr>
        </p:nvSpPr>
        <p:spPr>
          <a:xfrm>
            <a:off x="8450550" y="5554324"/>
            <a:ext cx="29271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CUSTOM_19_2_1_1_1">
    <p:bg>
      <p:bgPr>
        <a:solidFill>
          <a:schemeClr val="lt2"/>
        </a:solidFill>
      </p:bgPr>
    </p:bg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129"/>
          <p:cNvSpPr/>
          <p:nvPr/>
        </p:nvSpPr>
        <p:spPr>
          <a:xfrm>
            <a:off x="3779520" y="1104769"/>
            <a:ext cx="4632900" cy="4632900"/>
          </a:xfrm>
          <a:prstGeom prst="ellipse">
            <a:avLst/>
          </a:prstGeom>
          <a:noFill/>
          <a:ln cap="flat" cmpd="sng" w="63500">
            <a:solidFill>
              <a:srgbClr val="FE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2222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009" name="Google Shape;1009;p129"/>
          <p:cNvSpPr txBox="1"/>
          <p:nvPr>
            <p:ph type="title"/>
          </p:nvPr>
        </p:nvSpPr>
        <p:spPr>
          <a:xfrm>
            <a:off x="457200" y="457200"/>
            <a:ext cx="49140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1010" name="Google Shape;1010;p129"/>
          <p:cNvSpPr/>
          <p:nvPr/>
        </p:nvSpPr>
        <p:spPr>
          <a:xfrm>
            <a:off x="9136275" y="1561749"/>
            <a:ext cx="2637229" cy="1252937"/>
          </a:xfrm>
          <a:custGeom>
            <a:rect b="b" l="l" r="r" t="t"/>
            <a:pathLst>
              <a:path extrusionOk="0" h="1576021" w="3481490">
                <a:moveTo>
                  <a:pt x="103099" y="0"/>
                </a:moveTo>
                <a:lnTo>
                  <a:pt x="3481490" y="0"/>
                </a:lnTo>
                <a:lnTo>
                  <a:pt x="3481490" y="1576021"/>
                </a:lnTo>
                <a:lnTo>
                  <a:pt x="103099" y="1576021"/>
                </a:lnTo>
                <a:lnTo>
                  <a:pt x="103099" y="891109"/>
                </a:lnTo>
                <a:lnTo>
                  <a:pt x="0" y="788011"/>
                </a:lnTo>
                <a:lnTo>
                  <a:pt x="103099" y="684912"/>
                </a:lnTo>
                <a:close/>
              </a:path>
            </a:pathLst>
          </a:custGeom>
          <a:solidFill>
            <a:srgbClr val="FEFFFF"/>
          </a:solidFill>
          <a:ln>
            <a:noFill/>
          </a:ln>
        </p:spPr>
        <p:txBody>
          <a:bodyPr anchorCtr="0" anchor="t" bIns="45700" lIns="360000" spcFirstLastPara="1" rIns="360000" wrap="square" tIns="2520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22222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11" name="Google Shape;1011;p129"/>
          <p:cNvCxnSpPr/>
          <p:nvPr/>
        </p:nvCxnSpPr>
        <p:spPr>
          <a:xfrm>
            <a:off x="9210100" y="1591411"/>
            <a:ext cx="2561100" cy="0"/>
          </a:xfrm>
          <a:prstGeom prst="straightConnector1">
            <a:avLst/>
          </a:prstGeom>
          <a:noFill/>
          <a:ln cap="flat" cmpd="sng" w="635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12" name="Google Shape;1012;p129"/>
          <p:cNvSpPr/>
          <p:nvPr/>
        </p:nvSpPr>
        <p:spPr>
          <a:xfrm>
            <a:off x="9136275" y="4154975"/>
            <a:ext cx="2637229" cy="1252937"/>
          </a:xfrm>
          <a:custGeom>
            <a:rect b="b" l="l" r="r" t="t"/>
            <a:pathLst>
              <a:path extrusionOk="0" h="1576021" w="3481490">
                <a:moveTo>
                  <a:pt x="103099" y="0"/>
                </a:moveTo>
                <a:lnTo>
                  <a:pt x="3481490" y="0"/>
                </a:lnTo>
                <a:lnTo>
                  <a:pt x="3481490" y="1576021"/>
                </a:lnTo>
                <a:lnTo>
                  <a:pt x="103099" y="1576021"/>
                </a:lnTo>
                <a:lnTo>
                  <a:pt x="103099" y="891109"/>
                </a:lnTo>
                <a:lnTo>
                  <a:pt x="0" y="788011"/>
                </a:lnTo>
                <a:lnTo>
                  <a:pt x="103099" y="684912"/>
                </a:lnTo>
                <a:close/>
              </a:path>
            </a:pathLst>
          </a:custGeom>
          <a:solidFill>
            <a:srgbClr val="FEFFFF"/>
          </a:solidFill>
          <a:ln>
            <a:noFill/>
          </a:ln>
        </p:spPr>
        <p:txBody>
          <a:bodyPr anchorCtr="0" anchor="t" bIns="45700" lIns="360000" spcFirstLastPara="1" rIns="360000" wrap="square" tIns="2520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3" name="Google Shape;1013;p129"/>
          <p:cNvCxnSpPr/>
          <p:nvPr/>
        </p:nvCxnSpPr>
        <p:spPr>
          <a:xfrm>
            <a:off x="9210100" y="4184632"/>
            <a:ext cx="2561100" cy="0"/>
          </a:xfrm>
          <a:prstGeom prst="straightConnector1">
            <a:avLst/>
          </a:prstGeom>
          <a:noFill/>
          <a:ln cap="flat" cmpd="sng" w="63500">
            <a:solidFill>
              <a:srgbClr val="6AA84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14" name="Google Shape;1014;p129"/>
          <p:cNvSpPr/>
          <p:nvPr/>
        </p:nvSpPr>
        <p:spPr>
          <a:xfrm flipH="1">
            <a:off x="457196" y="4154975"/>
            <a:ext cx="2637229" cy="1252937"/>
          </a:xfrm>
          <a:custGeom>
            <a:rect b="b" l="l" r="r" t="t"/>
            <a:pathLst>
              <a:path extrusionOk="0" h="1576021" w="3481490">
                <a:moveTo>
                  <a:pt x="103099" y="0"/>
                </a:moveTo>
                <a:lnTo>
                  <a:pt x="3481490" y="0"/>
                </a:lnTo>
                <a:lnTo>
                  <a:pt x="3481490" y="1576021"/>
                </a:lnTo>
                <a:lnTo>
                  <a:pt x="103099" y="1576021"/>
                </a:lnTo>
                <a:lnTo>
                  <a:pt x="103099" y="891109"/>
                </a:lnTo>
                <a:lnTo>
                  <a:pt x="0" y="788011"/>
                </a:lnTo>
                <a:lnTo>
                  <a:pt x="103099" y="684912"/>
                </a:lnTo>
                <a:close/>
              </a:path>
            </a:pathLst>
          </a:custGeom>
          <a:solidFill>
            <a:srgbClr val="FEFFFF"/>
          </a:solidFill>
          <a:ln>
            <a:noFill/>
          </a:ln>
        </p:spPr>
        <p:txBody>
          <a:bodyPr anchorCtr="0" anchor="t" bIns="45700" lIns="360000" spcFirstLastPara="1" rIns="360000" wrap="square" tIns="2520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5" name="Google Shape;1015;p129"/>
          <p:cNvCxnSpPr/>
          <p:nvPr/>
        </p:nvCxnSpPr>
        <p:spPr>
          <a:xfrm>
            <a:off x="459400" y="4184632"/>
            <a:ext cx="2561100" cy="0"/>
          </a:xfrm>
          <a:prstGeom prst="straightConnector1">
            <a:avLst/>
          </a:prstGeom>
          <a:noFill/>
          <a:ln cap="flat" cmpd="sng" w="635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16" name="Google Shape;1016;p129"/>
          <p:cNvSpPr/>
          <p:nvPr/>
        </p:nvSpPr>
        <p:spPr>
          <a:xfrm flipH="1">
            <a:off x="457196" y="1561750"/>
            <a:ext cx="2637229" cy="1252937"/>
          </a:xfrm>
          <a:custGeom>
            <a:rect b="b" l="l" r="r" t="t"/>
            <a:pathLst>
              <a:path extrusionOk="0" h="1576021" w="3481490">
                <a:moveTo>
                  <a:pt x="103099" y="0"/>
                </a:moveTo>
                <a:lnTo>
                  <a:pt x="3481490" y="0"/>
                </a:lnTo>
                <a:lnTo>
                  <a:pt x="3481490" y="1576021"/>
                </a:lnTo>
                <a:lnTo>
                  <a:pt x="103099" y="1576021"/>
                </a:lnTo>
                <a:lnTo>
                  <a:pt x="103099" y="891109"/>
                </a:lnTo>
                <a:lnTo>
                  <a:pt x="0" y="788011"/>
                </a:lnTo>
                <a:lnTo>
                  <a:pt x="103099" y="684912"/>
                </a:lnTo>
                <a:close/>
              </a:path>
            </a:pathLst>
          </a:custGeom>
          <a:solidFill>
            <a:srgbClr val="FEFFFF"/>
          </a:solidFill>
          <a:ln>
            <a:noFill/>
          </a:ln>
        </p:spPr>
        <p:txBody>
          <a:bodyPr anchorCtr="0" anchor="t" bIns="45700" lIns="360000" spcFirstLastPara="1" rIns="360000" wrap="square" tIns="2520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7" name="Google Shape;1017;p129"/>
          <p:cNvCxnSpPr/>
          <p:nvPr/>
        </p:nvCxnSpPr>
        <p:spPr>
          <a:xfrm>
            <a:off x="459400" y="1591411"/>
            <a:ext cx="2561100" cy="0"/>
          </a:xfrm>
          <a:prstGeom prst="straightConnector1">
            <a:avLst/>
          </a:prstGeom>
          <a:noFill/>
          <a:ln cap="flat" cmpd="sng" w="63500">
            <a:solidFill>
              <a:srgbClr val="CF41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18" name="Google Shape;1018;p129"/>
          <p:cNvSpPr/>
          <p:nvPr/>
        </p:nvSpPr>
        <p:spPr>
          <a:xfrm>
            <a:off x="3779520" y="1820104"/>
            <a:ext cx="654600" cy="654600"/>
          </a:xfrm>
          <a:prstGeom prst="ellipse">
            <a:avLst/>
          </a:prstGeom>
          <a:solidFill>
            <a:srgbClr val="CF4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0F0F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19" name="Google Shape;1019;p129"/>
          <p:cNvSpPr/>
          <p:nvPr/>
        </p:nvSpPr>
        <p:spPr>
          <a:xfrm>
            <a:off x="3779520" y="4413325"/>
            <a:ext cx="654600" cy="6546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0F0F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</a:t>
            </a:r>
            <a:endParaRPr b="0" i="0" sz="1400" u="none" cap="none" strike="noStrik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20" name="Google Shape;1020;p129"/>
          <p:cNvSpPr/>
          <p:nvPr/>
        </p:nvSpPr>
        <p:spPr>
          <a:xfrm>
            <a:off x="7776820" y="1820104"/>
            <a:ext cx="654600" cy="6546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0F0F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21" name="Google Shape;1021;p129"/>
          <p:cNvSpPr/>
          <p:nvPr/>
        </p:nvSpPr>
        <p:spPr>
          <a:xfrm>
            <a:off x="7776820" y="4413325"/>
            <a:ext cx="654600" cy="6546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0F0F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22" name="Google Shape;1022;p129"/>
          <p:cNvSpPr/>
          <p:nvPr/>
        </p:nvSpPr>
        <p:spPr>
          <a:xfrm>
            <a:off x="5131030" y="2446760"/>
            <a:ext cx="1949100" cy="1949100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" sz="3200" u="none" cap="none" strike="noStrike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SWOT</a:t>
            </a:r>
            <a:endParaRPr b="1" i="0" sz="1200" u="none" cap="none" strike="noStrike">
              <a:solidFill>
                <a:srgbClr val="22222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23" name="Google Shape;1023;p129"/>
          <p:cNvSpPr txBox="1"/>
          <p:nvPr>
            <p:ph idx="1" type="subTitle"/>
          </p:nvPr>
        </p:nvSpPr>
        <p:spPr>
          <a:xfrm>
            <a:off x="685800" y="2196425"/>
            <a:ext cx="21312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4" name="Google Shape;1024;p129"/>
          <p:cNvSpPr txBox="1"/>
          <p:nvPr/>
        </p:nvSpPr>
        <p:spPr>
          <a:xfrm>
            <a:off x="696125" y="1829025"/>
            <a:ext cx="21312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Strengths</a:t>
            </a:r>
            <a:endParaRPr b="1" i="0" sz="1400" u="none" cap="none" strike="noStrik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25" name="Google Shape;1025;p129"/>
          <p:cNvSpPr txBox="1"/>
          <p:nvPr/>
        </p:nvSpPr>
        <p:spPr>
          <a:xfrm>
            <a:off x="696125" y="4413325"/>
            <a:ext cx="21312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Opportunities</a:t>
            </a:r>
            <a:endParaRPr b="1" i="0" sz="1400" u="none" cap="none" strike="noStrik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26" name="Google Shape;1026;p129"/>
          <p:cNvSpPr txBox="1"/>
          <p:nvPr>
            <p:ph idx="2" type="subTitle"/>
          </p:nvPr>
        </p:nvSpPr>
        <p:spPr>
          <a:xfrm>
            <a:off x="685800" y="4769350"/>
            <a:ext cx="21312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7" name="Google Shape;1027;p129"/>
          <p:cNvSpPr txBox="1"/>
          <p:nvPr>
            <p:ph idx="3" type="subTitle"/>
          </p:nvPr>
        </p:nvSpPr>
        <p:spPr>
          <a:xfrm>
            <a:off x="9383825" y="2196425"/>
            <a:ext cx="21312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8" name="Google Shape;1028;p129"/>
          <p:cNvSpPr txBox="1"/>
          <p:nvPr/>
        </p:nvSpPr>
        <p:spPr>
          <a:xfrm>
            <a:off x="9394150" y="1829025"/>
            <a:ext cx="21312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Weaknesses</a:t>
            </a:r>
            <a:endParaRPr b="1" i="0" sz="1400" u="none" cap="none" strike="noStrik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29" name="Google Shape;1029;p129"/>
          <p:cNvSpPr txBox="1"/>
          <p:nvPr/>
        </p:nvSpPr>
        <p:spPr>
          <a:xfrm>
            <a:off x="9394150" y="4413325"/>
            <a:ext cx="21312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Threats</a:t>
            </a:r>
            <a:endParaRPr b="1" i="0" sz="1400" u="none" cap="none" strike="noStrik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30" name="Google Shape;1030;p129"/>
          <p:cNvSpPr txBox="1"/>
          <p:nvPr>
            <p:ph idx="4" type="subTitle"/>
          </p:nvPr>
        </p:nvSpPr>
        <p:spPr>
          <a:xfrm>
            <a:off x="9383825" y="4769350"/>
            <a:ext cx="21312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rgbClr val="FA7B17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 04">
  <p:cSld name="CUSTOM_21">
    <p:bg>
      <p:bgPr>
        <a:solidFill>
          <a:schemeClr val="lt2"/>
        </a:solidFill>
      </p:bgPr>
    </p:bg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Google Shape;1032;p130"/>
          <p:cNvPicPr preferRelativeResize="0"/>
          <p:nvPr/>
        </p:nvPicPr>
        <p:blipFill rotWithShape="1">
          <a:blip r:embed="rId2">
            <a:alphaModFix/>
          </a:blip>
          <a:srcRect b="3324" l="2263" r="2653" t="1165"/>
          <a:stretch/>
        </p:blipFill>
        <p:spPr>
          <a:xfrm>
            <a:off x="1300850" y="3095377"/>
            <a:ext cx="2575506" cy="1724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p130"/>
          <p:cNvSpPr/>
          <p:nvPr/>
        </p:nvSpPr>
        <p:spPr>
          <a:xfrm>
            <a:off x="3948088" y="3095376"/>
            <a:ext cx="2575500" cy="1719600"/>
          </a:xfrm>
          <a:prstGeom prst="rect">
            <a:avLst/>
          </a:prstGeom>
          <a:solidFill>
            <a:srgbClr val="FFFFFF">
              <a:alpha val="39215"/>
            </a:srgbClr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130"/>
          <p:cNvSpPr/>
          <p:nvPr/>
        </p:nvSpPr>
        <p:spPr>
          <a:xfrm>
            <a:off x="6599850" y="3095376"/>
            <a:ext cx="2575500" cy="1719600"/>
          </a:xfrm>
          <a:prstGeom prst="rect">
            <a:avLst/>
          </a:prstGeom>
          <a:solidFill>
            <a:srgbClr val="FFFFFF">
              <a:alpha val="39215"/>
            </a:srgbClr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130"/>
          <p:cNvSpPr/>
          <p:nvPr/>
        </p:nvSpPr>
        <p:spPr>
          <a:xfrm>
            <a:off x="9251600" y="3095376"/>
            <a:ext cx="2937300" cy="1719600"/>
          </a:xfrm>
          <a:prstGeom prst="rect">
            <a:avLst/>
          </a:prstGeom>
          <a:solidFill>
            <a:srgbClr val="FFFFFF">
              <a:alpha val="39215"/>
            </a:srgbClr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130"/>
          <p:cNvSpPr/>
          <p:nvPr/>
        </p:nvSpPr>
        <p:spPr>
          <a:xfrm>
            <a:off x="6599855" y="4470576"/>
            <a:ext cx="2575500" cy="34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130"/>
          <p:cNvSpPr/>
          <p:nvPr/>
        </p:nvSpPr>
        <p:spPr>
          <a:xfrm>
            <a:off x="9251617" y="4470576"/>
            <a:ext cx="3089700" cy="34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130"/>
          <p:cNvSpPr/>
          <p:nvPr/>
        </p:nvSpPr>
        <p:spPr>
          <a:xfrm>
            <a:off x="3948092" y="4470576"/>
            <a:ext cx="2575500" cy="34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130"/>
          <p:cNvSpPr txBox="1"/>
          <p:nvPr>
            <p:ph type="title"/>
          </p:nvPr>
        </p:nvSpPr>
        <p:spPr>
          <a:xfrm>
            <a:off x="1524925" y="5043576"/>
            <a:ext cx="20979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None/>
              <a:defRPr b="1" sz="14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1040" name="Google Shape;1040;p130"/>
          <p:cNvSpPr txBox="1"/>
          <p:nvPr>
            <p:ph idx="1" type="subTitle"/>
          </p:nvPr>
        </p:nvSpPr>
        <p:spPr>
          <a:xfrm>
            <a:off x="1524925" y="5658651"/>
            <a:ext cx="20979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41" name="Google Shape;1041;p130"/>
          <p:cNvSpPr txBox="1"/>
          <p:nvPr>
            <p:ph idx="2" type="title"/>
          </p:nvPr>
        </p:nvSpPr>
        <p:spPr>
          <a:xfrm>
            <a:off x="1524925" y="4561101"/>
            <a:ext cx="209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1042" name="Google Shape;1042;p130"/>
          <p:cNvSpPr txBox="1"/>
          <p:nvPr>
            <p:ph idx="3" type="title"/>
          </p:nvPr>
        </p:nvSpPr>
        <p:spPr>
          <a:xfrm>
            <a:off x="4176700" y="5043576"/>
            <a:ext cx="20979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None/>
              <a:defRPr b="1" sz="14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1043" name="Google Shape;1043;p130"/>
          <p:cNvSpPr txBox="1"/>
          <p:nvPr>
            <p:ph idx="4" type="subTitle"/>
          </p:nvPr>
        </p:nvSpPr>
        <p:spPr>
          <a:xfrm>
            <a:off x="4176700" y="5658651"/>
            <a:ext cx="20979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44" name="Google Shape;1044;p130"/>
          <p:cNvSpPr txBox="1"/>
          <p:nvPr>
            <p:ph idx="5" type="title"/>
          </p:nvPr>
        </p:nvSpPr>
        <p:spPr>
          <a:xfrm>
            <a:off x="4176700" y="4561101"/>
            <a:ext cx="209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1045" name="Google Shape;1045;p130"/>
          <p:cNvSpPr txBox="1"/>
          <p:nvPr>
            <p:ph idx="6" type="title"/>
          </p:nvPr>
        </p:nvSpPr>
        <p:spPr>
          <a:xfrm>
            <a:off x="6828475" y="5043576"/>
            <a:ext cx="20979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None/>
              <a:defRPr b="1" sz="14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1046" name="Google Shape;1046;p130"/>
          <p:cNvSpPr txBox="1"/>
          <p:nvPr>
            <p:ph idx="7" type="subTitle"/>
          </p:nvPr>
        </p:nvSpPr>
        <p:spPr>
          <a:xfrm>
            <a:off x="6828475" y="5658651"/>
            <a:ext cx="20979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47" name="Google Shape;1047;p130"/>
          <p:cNvSpPr txBox="1"/>
          <p:nvPr>
            <p:ph idx="8" type="title"/>
          </p:nvPr>
        </p:nvSpPr>
        <p:spPr>
          <a:xfrm>
            <a:off x="6828475" y="4561101"/>
            <a:ext cx="209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1048" name="Google Shape;1048;p130"/>
          <p:cNvSpPr txBox="1"/>
          <p:nvPr>
            <p:ph idx="9" type="title"/>
          </p:nvPr>
        </p:nvSpPr>
        <p:spPr>
          <a:xfrm>
            <a:off x="9480200" y="5043576"/>
            <a:ext cx="20979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None/>
              <a:defRPr b="1" sz="14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1049" name="Google Shape;1049;p130"/>
          <p:cNvSpPr txBox="1"/>
          <p:nvPr>
            <p:ph idx="13" type="subTitle"/>
          </p:nvPr>
        </p:nvSpPr>
        <p:spPr>
          <a:xfrm>
            <a:off x="9480200" y="5658651"/>
            <a:ext cx="20979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50" name="Google Shape;1050;p130"/>
          <p:cNvSpPr txBox="1"/>
          <p:nvPr>
            <p:ph idx="14" type="title"/>
          </p:nvPr>
        </p:nvSpPr>
        <p:spPr>
          <a:xfrm>
            <a:off x="9480200" y="4561101"/>
            <a:ext cx="209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1051" name="Google Shape;1051;p130"/>
          <p:cNvSpPr txBox="1"/>
          <p:nvPr/>
        </p:nvSpPr>
        <p:spPr>
          <a:xfrm>
            <a:off x="4019320" y="3694926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52" name="Google Shape;1052;p130"/>
          <p:cNvSpPr txBox="1"/>
          <p:nvPr/>
        </p:nvSpPr>
        <p:spPr>
          <a:xfrm>
            <a:off x="6671083" y="3694926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53" name="Google Shape;1053;p130"/>
          <p:cNvSpPr txBox="1"/>
          <p:nvPr/>
        </p:nvSpPr>
        <p:spPr>
          <a:xfrm>
            <a:off x="9322833" y="3694926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54" name="Google Shape;1054;p130"/>
          <p:cNvSpPr txBox="1"/>
          <p:nvPr>
            <p:ph idx="15" type="title"/>
          </p:nvPr>
        </p:nvSpPr>
        <p:spPr>
          <a:xfrm>
            <a:off x="457200" y="442575"/>
            <a:ext cx="55290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000"/>
              <a:buFont typeface="Roboto Condensed"/>
              <a:buNone/>
              <a:defRPr b="1" sz="4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 05">
  <p:cSld name="CUSTOM_21_1">
    <p:bg>
      <p:bgPr>
        <a:solidFill>
          <a:schemeClr val="lt2"/>
        </a:solidFill>
      </p:bgPr>
    </p:bg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131"/>
          <p:cNvSpPr/>
          <p:nvPr/>
        </p:nvSpPr>
        <p:spPr>
          <a:xfrm>
            <a:off x="3948088" y="3095376"/>
            <a:ext cx="2575500" cy="1719600"/>
          </a:xfrm>
          <a:prstGeom prst="rect">
            <a:avLst/>
          </a:prstGeom>
          <a:solidFill>
            <a:srgbClr val="FFFFFF">
              <a:alpha val="39215"/>
            </a:srgbClr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131"/>
          <p:cNvSpPr/>
          <p:nvPr/>
        </p:nvSpPr>
        <p:spPr>
          <a:xfrm>
            <a:off x="6599850" y="3095376"/>
            <a:ext cx="2575500" cy="1719600"/>
          </a:xfrm>
          <a:prstGeom prst="rect">
            <a:avLst/>
          </a:prstGeom>
          <a:solidFill>
            <a:srgbClr val="FFFFFF">
              <a:alpha val="39215"/>
            </a:srgbClr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131"/>
          <p:cNvSpPr/>
          <p:nvPr/>
        </p:nvSpPr>
        <p:spPr>
          <a:xfrm>
            <a:off x="1296350" y="3095376"/>
            <a:ext cx="2575500" cy="1719600"/>
          </a:xfrm>
          <a:prstGeom prst="rect">
            <a:avLst/>
          </a:prstGeom>
          <a:solidFill>
            <a:srgbClr val="FFFFFF">
              <a:alpha val="39215"/>
            </a:srgbClr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131"/>
          <p:cNvSpPr/>
          <p:nvPr/>
        </p:nvSpPr>
        <p:spPr>
          <a:xfrm>
            <a:off x="6599855" y="4470576"/>
            <a:ext cx="2575500" cy="34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131"/>
          <p:cNvSpPr/>
          <p:nvPr/>
        </p:nvSpPr>
        <p:spPr>
          <a:xfrm>
            <a:off x="0" y="4470576"/>
            <a:ext cx="3871800" cy="34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131"/>
          <p:cNvSpPr/>
          <p:nvPr/>
        </p:nvSpPr>
        <p:spPr>
          <a:xfrm>
            <a:off x="3948092" y="4470576"/>
            <a:ext cx="2575500" cy="34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131"/>
          <p:cNvSpPr txBox="1"/>
          <p:nvPr>
            <p:ph type="title"/>
          </p:nvPr>
        </p:nvSpPr>
        <p:spPr>
          <a:xfrm>
            <a:off x="1524925" y="5043576"/>
            <a:ext cx="20979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None/>
              <a:defRPr b="1" sz="14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1063" name="Google Shape;1063;p131"/>
          <p:cNvSpPr txBox="1"/>
          <p:nvPr>
            <p:ph idx="1" type="subTitle"/>
          </p:nvPr>
        </p:nvSpPr>
        <p:spPr>
          <a:xfrm>
            <a:off x="1524925" y="5658651"/>
            <a:ext cx="20979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64" name="Google Shape;1064;p131"/>
          <p:cNvSpPr txBox="1"/>
          <p:nvPr>
            <p:ph idx="2" type="title"/>
          </p:nvPr>
        </p:nvSpPr>
        <p:spPr>
          <a:xfrm>
            <a:off x="1524925" y="4561101"/>
            <a:ext cx="209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1065" name="Google Shape;1065;p131"/>
          <p:cNvSpPr txBox="1"/>
          <p:nvPr>
            <p:ph idx="3" type="title"/>
          </p:nvPr>
        </p:nvSpPr>
        <p:spPr>
          <a:xfrm>
            <a:off x="4176700" y="5043576"/>
            <a:ext cx="20979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None/>
              <a:defRPr b="1" sz="14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1066" name="Google Shape;1066;p131"/>
          <p:cNvSpPr txBox="1"/>
          <p:nvPr>
            <p:ph idx="4" type="subTitle"/>
          </p:nvPr>
        </p:nvSpPr>
        <p:spPr>
          <a:xfrm>
            <a:off x="4176700" y="5658651"/>
            <a:ext cx="20979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67" name="Google Shape;1067;p131"/>
          <p:cNvSpPr txBox="1"/>
          <p:nvPr>
            <p:ph idx="5" type="title"/>
          </p:nvPr>
        </p:nvSpPr>
        <p:spPr>
          <a:xfrm>
            <a:off x="4176700" y="4561101"/>
            <a:ext cx="209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1068" name="Google Shape;1068;p131"/>
          <p:cNvSpPr txBox="1"/>
          <p:nvPr>
            <p:ph idx="6" type="title"/>
          </p:nvPr>
        </p:nvSpPr>
        <p:spPr>
          <a:xfrm>
            <a:off x="6828475" y="5043576"/>
            <a:ext cx="20979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None/>
              <a:defRPr b="1" sz="14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1069" name="Google Shape;1069;p131"/>
          <p:cNvSpPr txBox="1"/>
          <p:nvPr>
            <p:ph idx="7" type="subTitle"/>
          </p:nvPr>
        </p:nvSpPr>
        <p:spPr>
          <a:xfrm>
            <a:off x="6828475" y="5658651"/>
            <a:ext cx="20979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70" name="Google Shape;1070;p131"/>
          <p:cNvSpPr txBox="1"/>
          <p:nvPr>
            <p:ph idx="8" type="title"/>
          </p:nvPr>
        </p:nvSpPr>
        <p:spPr>
          <a:xfrm>
            <a:off x="6828475" y="4561101"/>
            <a:ext cx="209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"/>
              <a:buNone/>
              <a:defRPr b="1" sz="1100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1071" name="Google Shape;1071;p131"/>
          <p:cNvSpPr txBox="1"/>
          <p:nvPr/>
        </p:nvSpPr>
        <p:spPr>
          <a:xfrm>
            <a:off x="1367583" y="3694926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72" name="Google Shape;1072;p131"/>
          <p:cNvSpPr txBox="1"/>
          <p:nvPr/>
        </p:nvSpPr>
        <p:spPr>
          <a:xfrm>
            <a:off x="4019320" y="3694926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73" name="Google Shape;1073;p131"/>
          <p:cNvSpPr txBox="1"/>
          <p:nvPr/>
        </p:nvSpPr>
        <p:spPr>
          <a:xfrm>
            <a:off x="6671083" y="3694926"/>
            <a:ext cx="2433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PLACEHOLDER</a:t>
            </a:r>
            <a:endParaRPr b="1" i="0" sz="1900" u="none" cap="none" strike="noStrike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74" name="Google Shape;1074;p131"/>
          <p:cNvSpPr/>
          <p:nvPr/>
        </p:nvSpPr>
        <p:spPr>
          <a:xfrm>
            <a:off x="6599855" y="4457301"/>
            <a:ext cx="2575500" cy="34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131"/>
          <p:cNvSpPr/>
          <p:nvPr/>
        </p:nvSpPr>
        <p:spPr>
          <a:xfrm>
            <a:off x="9175355" y="4112901"/>
            <a:ext cx="2575500" cy="344400"/>
          </a:xfrm>
          <a:prstGeom prst="rect">
            <a:avLst/>
          </a:prstGeom>
          <a:solidFill>
            <a:srgbClr val="CF4100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ient Logo Layout 01">
  <p:cSld name="CUSTOM_22">
    <p:bg>
      <p:bgPr>
        <a:solidFill>
          <a:schemeClr val="lt2"/>
        </a:solidFill>
      </p:bgPr>
    </p:bg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132"/>
          <p:cNvSpPr txBox="1"/>
          <p:nvPr>
            <p:ph type="title"/>
          </p:nvPr>
        </p:nvSpPr>
        <p:spPr>
          <a:xfrm>
            <a:off x="457210" y="457188"/>
            <a:ext cx="27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4100"/>
              </a:buClr>
              <a:buSzPts val="1100"/>
              <a:buFont typeface="Roboto Condensed"/>
              <a:buNone/>
              <a:defRPr b="1" sz="1100">
                <a:solidFill>
                  <a:srgbClr val="CF410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78" name="Google Shape;1078;p132"/>
          <p:cNvSpPr txBox="1"/>
          <p:nvPr>
            <p:ph idx="2" type="title"/>
          </p:nvPr>
        </p:nvSpPr>
        <p:spPr>
          <a:xfrm>
            <a:off x="457210" y="763200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b="1" sz="32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1079" name="Google Shape;1079;p132"/>
          <p:cNvSpPr txBox="1"/>
          <p:nvPr>
            <p:ph idx="1" type="body"/>
          </p:nvPr>
        </p:nvSpPr>
        <p:spPr>
          <a:xfrm>
            <a:off x="457205" y="2924775"/>
            <a:ext cx="53721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80" name="Google Shape;1080;p132"/>
          <p:cNvSpPr/>
          <p:nvPr/>
        </p:nvSpPr>
        <p:spPr>
          <a:xfrm>
            <a:off x="6367475" y="450425"/>
            <a:ext cx="2631000" cy="1378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132"/>
          <p:cNvSpPr/>
          <p:nvPr/>
        </p:nvSpPr>
        <p:spPr>
          <a:xfrm>
            <a:off x="6367475" y="1974375"/>
            <a:ext cx="2631000" cy="1378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132"/>
          <p:cNvSpPr/>
          <p:nvPr/>
        </p:nvSpPr>
        <p:spPr>
          <a:xfrm>
            <a:off x="6367475" y="3498336"/>
            <a:ext cx="2631000" cy="1378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132"/>
          <p:cNvSpPr/>
          <p:nvPr/>
        </p:nvSpPr>
        <p:spPr>
          <a:xfrm>
            <a:off x="6367475" y="5022297"/>
            <a:ext cx="2631000" cy="1378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132"/>
          <p:cNvSpPr/>
          <p:nvPr/>
        </p:nvSpPr>
        <p:spPr>
          <a:xfrm>
            <a:off x="9142500" y="450425"/>
            <a:ext cx="2631000" cy="1378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132"/>
          <p:cNvSpPr/>
          <p:nvPr/>
        </p:nvSpPr>
        <p:spPr>
          <a:xfrm>
            <a:off x="9142500" y="1974375"/>
            <a:ext cx="2631000" cy="1378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132"/>
          <p:cNvSpPr/>
          <p:nvPr/>
        </p:nvSpPr>
        <p:spPr>
          <a:xfrm>
            <a:off x="9142500" y="3498336"/>
            <a:ext cx="2631000" cy="1378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132"/>
          <p:cNvSpPr/>
          <p:nvPr/>
        </p:nvSpPr>
        <p:spPr>
          <a:xfrm>
            <a:off x="9142500" y="5022297"/>
            <a:ext cx="2631000" cy="1378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05" Type="http://schemas.openxmlformats.org/officeDocument/2006/relationships/theme" Target="../theme/theme2.xml"/><Relationship Id="rId104" Type="http://schemas.openxmlformats.org/officeDocument/2006/relationships/slideLayout" Target="../slideLayouts/slideLayout104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103" Type="http://schemas.openxmlformats.org/officeDocument/2006/relationships/slideLayout" Target="../slideLayouts/slideLayout103.xml"/><Relationship Id="rId102" Type="http://schemas.openxmlformats.org/officeDocument/2006/relationships/slideLayout" Target="../slideLayouts/slideLayout102.xml"/><Relationship Id="rId101" Type="http://schemas.openxmlformats.org/officeDocument/2006/relationships/slideLayout" Target="../slideLayouts/slideLayout101.xml"/><Relationship Id="rId100" Type="http://schemas.openxmlformats.org/officeDocument/2006/relationships/slideLayout" Target="../slideLayouts/slideLayout100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95" Type="http://schemas.openxmlformats.org/officeDocument/2006/relationships/slideLayout" Target="../slideLayouts/slideLayout95.xml"/><Relationship Id="rId94" Type="http://schemas.openxmlformats.org/officeDocument/2006/relationships/slideLayout" Target="../slideLayouts/slideLayout94.xml"/><Relationship Id="rId97" Type="http://schemas.openxmlformats.org/officeDocument/2006/relationships/slideLayout" Target="../slideLayouts/slideLayout97.xml"/><Relationship Id="rId9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1.xml"/><Relationship Id="rId99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10.xml"/><Relationship Id="rId98" Type="http://schemas.openxmlformats.org/officeDocument/2006/relationships/slideLayout" Target="../slideLayouts/slideLayout98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91" Type="http://schemas.openxmlformats.org/officeDocument/2006/relationships/slideLayout" Target="../slideLayouts/slideLayout91.xml"/><Relationship Id="rId90" Type="http://schemas.openxmlformats.org/officeDocument/2006/relationships/slideLayout" Target="../slideLayouts/slideLayout90.xml"/><Relationship Id="rId93" Type="http://schemas.openxmlformats.org/officeDocument/2006/relationships/slideLayout" Target="../slideLayouts/slideLayout93.xml"/><Relationship Id="rId92" Type="http://schemas.openxmlformats.org/officeDocument/2006/relationships/slideLayout" Target="../slideLayouts/slideLayout9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84" Type="http://schemas.openxmlformats.org/officeDocument/2006/relationships/slideLayout" Target="../slideLayouts/slideLayout84.xml"/><Relationship Id="rId83" Type="http://schemas.openxmlformats.org/officeDocument/2006/relationships/slideLayout" Target="../slideLayouts/slideLayout83.xml"/><Relationship Id="rId86" Type="http://schemas.openxmlformats.org/officeDocument/2006/relationships/slideLayout" Target="../slideLayouts/slideLayout86.xml"/><Relationship Id="rId85" Type="http://schemas.openxmlformats.org/officeDocument/2006/relationships/slideLayout" Target="../slideLayouts/slideLayout85.xml"/><Relationship Id="rId88" Type="http://schemas.openxmlformats.org/officeDocument/2006/relationships/slideLayout" Target="../slideLayouts/slideLayout88.xml"/><Relationship Id="rId87" Type="http://schemas.openxmlformats.org/officeDocument/2006/relationships/slideLayout" Target="../slideLayouts/slideLayout87.xml"/><Relationship Id="rId89" Type="http://schemas.openxmlformats.org/officeDocument/2006/relationships/slideLayout" Target="../slideLayouts/slideLayout89.xml"/><Relationship Id="rId80" Type="http://schemas.openxmlformats.org/officeDocument/2006/relationships/slideLayout" Target="../slideLayouts/slideLayout80.xml"/><Relationship Id="rId82" Type="http://schemas.openxmlformats.org/officeDocument/2006/relationships/slideLayout" Target="../slideLayouts/slideLayout82.xml"/><Relationship Id="rId81" Type="http://schemas.openxmlformats.org/officeDocument/2006/relationships/slideLayout" Target="../slideLayouts/slideLayout8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73" Type="http://schemas.openxmlformats.org/officeDocument/2006/relationships/slideLayout" Target="../slideLayouts/slideLayout73.xml"/><Relationship Id="rId72" Type="http://schemas.openxmlformats.org/officeDocument/2006/relationships/slideLayout" Target="../slideLayouts/slideLayout72.xml"/><Relationship Id="rId75" Type="http://schemas.openxmlformats.org/officeDocument/2006/relationships/slideLayout" Target="../slideLayouts/slideLayout75.xml"/><Relationship Id="rId74" Type="http://schemas.openxmlformats.org/officeDocument/2006/relationships/slideLayout" Target="../slideLayouts/slideLayout74.xml"/><Relationship Id="rId77" Type="http://schemas.openxmlformats.org/officeDocument/2006/relationships/slideLayout" Target="../slideLayouts/slideLayout77.xml"/><Relationship Id="rId76" Type="http://schemas.openxmlformats.org/officeDocument/2006/relationships/slideLayout" Target="../slideLayouts/slideLayout76.xml"/><Relationship Id="rId79" Type="http://schemas.openxmlformats.org/officeDocument/2006/relationships/slideLayout" Target="../slideLayouts/slideLayout79.xml"/><Relationship Id="rId78" Type="http://schemas.openxmlformats.org/officeDocument/2006/relationships/slideLayout" Target="../slideLayouts/slideLayout78.xml"/><Relationship Id="rId71" Type="http://schemas.openxmlformats.org/officeDocument/2006/relationships/slideLayout" Target="../slideLayouts/slideLayout71.xml"/><Relationship Id="rId70" Type="http://schemas.openxmlformats.org/officeDocument/2006/relationships/slideLayout" Target="../slideLayouts/slideLayout70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66" Type="http://schemas.openxmlformats.org/officeDocument/2006/relationships/slideLayout" Target="../slideLayouts/slideLayout66.xml"/><Relationship Id="rId65" Type="http://schemas.openxmlformats.org/officeDocument/2006/relationships/slideLayout" Target="../slideLayouts/slideLayout65.xml"/><Relationship Id="rId68" Type="http://schemas.openxmlformats.org/officeDocument/2006/relationships/slideLayout" Target="../slideLayouts/slideLayout68.xml"/><Relationship Id="rId67" Type="http://schemas.openxmlformats.org/officeDocument/2006/relationships/slideLayout" Target="../slideLayouts/slideLayout67.xml"/><Relationship Id="rId60" Type="http://schemas.openxmlformats.org/officeDocument/2006/relationships/slideLayout" Target="../slideLayouts/slideLayout60.xml"/><Relationship Id="rId69" Type="http://schemas.openxmlformats.org/officeDocument/2006/relationships/slideLayout" Target="../slideLayouts/slideLayout6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55" Type="http://schemas.openxmlformats.org/officeDocument/2006/relationships/slideLayout" Target="../slideLayouts/slideLayout55.xml"/><Relationship Id="rId54" Type="http://schemas.openxmlformats.org/officeDocument/2006/relationships/slideLayout" Target="../slideLayouts/slideLayout54.xml"/><Relationship Id="rId57" Type="http://schemas.openxmlformats.org/officeDocument/2006/relationships/slideLayout" Target="../slideLayouts/slideLayout57.xml"/><Relationship Id="rId56" Type="http://schemas.openxmlformats.org/officeDocument/2006/relationships/slideLayout" Target="../slideLayouts/slideLayout56.xml"/><Relationship Id="rId59" Type="http://schemas.openxmlformats.org/officeDocument/2006/relationships/slideLayout" Target="../slideLayouts/slideLayout59.xml"/><Relationship Id="rId58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415496" y="1536633"/>
            <a:ext cx="113580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28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  <p:sldLayoutId id="2147483710" r:id="rId62"/>
    <p:sldLayoutId id="2147483711" r:id="rId63"/>
    <p:sldLayoutId id="2147483712" r:id="rId64"/>
    <p:sldLayoutId id="2147483713" r:id="rId65"/>
    <p:sldLayoutId id="2147483714" r:id="rId66"/>
    <p:sldLayoutId id="2147483715" r:id="rId67"/>
    <p:sldLayoutId id="2147483716" r:id="rId68"/>
    <p:sldLayoutId id="2147483717" r:id="rId69"/>
    <p:sldLayoutId id="2147483718" r:id="rId70"/>
    <p:sldLayoutId id="2147483719" r:id="rId71"/>
    <p:sldLayoutId id="2147483720" r:id="rId72"/>
    <p:sldLayoutId id="2147483721" r:id="rId73"/>
    <p:sldLayoutId id="2147483722" r:id="rId74"/>
    <p:sldLayoutId id="2147483723" r:id="rId75"/>
    <p:sldLayoutId id="2147483724" r:id="rId76"/>
    <p:sldLayoutId id="2147483725" r:id="rId77"/>
    <p:sldLayoutId id="2147483726" r:id="rId78"/>
    <p:sldLayoutId id="2147483727" r:id="rId79"/>
    <p:sldLayoutId id="2147483728" r:id="rId80"/>
    <p:sldLayoutId id="2147483729" r:id="rId81"/>
    <p:sldLayoutId id="2147483730" r:id="rId82"/>
    <p:sldLayoutId id="2147483731" r:id="rId83"/>
    <p:sldLayoutId id="2147483732" r:id="rId84"/>
    <p:sldLayoutId id="2147483733" r:id="rId85"/>
    <p:sldLayoutId id="2147483734" r:id="rId86"/>
    <p:sldLayoutId id="2147483735" r:id="rId87"/>
    <p:sldLayoutId id="2147483736" r:id="rId88"/>
    <p:sldLayoutId id="2147483737" r:id="rId89"/>
    <p:sldLayoutId id="2147483738" r:id="rId90"/>
    <p:sldLayoutId id="2147483739" r:id="rId91"/>
    <p:sldLayoutId id="2147483740" r:id="rId92"/>
    <p:sldLayoutId id="2147483741" r:id="rId93"/>
    <p:sldLayoutId id="2147483742" r:id="rId94"/>
    <p:sldLayoutId id="2147483743" r:id="rId95"/>
    <p:sldLayoutId id="2147483744" r:id="rId96"/>
    <p:sldLayoutId id="2147483745" r:id="rId97"/>
    <p:sldLayoutId id="2147483746" r:id="rId98"/>
    <p:sldLayoutId id="2147483747" r:id="rId99"/>
    <p:sldLayoutId id="2147483748" r:id="rId100"/>
    <p:sldLayoutId id="2147483749" r:id="rId101"/>
    <p:sldLayoutId id="2147483750" r:id="rId102"/>
    <p:sldLayoutId id="2147483751" r:id="rId103"/>
    <p:sldLayoutId id="2147483752" r:id="rId10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A4335"/>
          </p15:clr>
        </p15:guide>
        <p15:guide id="2" pos="7416">
          <p15:clr>
            <a:srgbClr val="EA4335"/>
          </p15:clr>
        </p15:guide>
        <p15:guide id="3" orient="horz" pos="288">
          <p15:clr>
            <a:srgbClr val="EA4335"/>
          </p15:clr>
        </p15:guide>
        <p15:guide id="4" orient="horz" pos="4032">
          <p15:clr>
            <a:srgbClr val="EA4335"/>
          </p15:clr>
        </p15:guide>
        <p15:guide id="5" orient="horz" pos="1152">
          <p15:clr>
            <a:srgbClr val="EA4335"/>
          </p15:clr>
        </p15:guide>
        <p15:guide id="6" pos="3839">
          <p15:clr>
            <a:srgbClr val="EA4335"/>
          </p15:clr>
        </p15:guide>
        <p15:guide id="7" pos="3672">
          <p15:clr>
            <a:srgbClr val="EA4335"/>
          </p15:clr>
        </p15:guide>
        <p15:guide id="8" pos="4006">
          <p15:clr>
            <a:srgbClr val="EA4335"/>
          </p15:clr>
        </p15:guide>
        <p15:guide id="9" pos="4467">
          <p15:clr>
            <a:srgbClr val="EA4335"/>
          </p15:clr>
        </p15:guide>
        <p15:guide id="10" orient="horz" pos="1944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Relationship Id="rId4" Type="http://schemas.openxmlformats.org/officeDocument/2006/relationships/hyperlink" Target="https://doi.org/10.48550/ARXIV.2412.04204" TargetMode="External"/><Relationship Id="rId5" Type="http://schemas.openxmlformats.org/officeDocument/2006/relationships/hyperlink" Target="https://doi.org/10.48550/ARXIV.2412.04204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floodlist.com/asia/pakistan-monsoon-floods-august-2022" TargetMode="External"/><Relationship Id="rId4" Type="http://schemas.openxmlformats.org/officeDocument/2006/relationships/hyperlink" Target="https://www.aljazeera.com/news/2022/9/10/never-seen-climate-carnage-like-in-pakistan-un-chief" TargetMode="External"/><Relationship Id="rId5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Relationship Id="rId4" Type="http://schemas.openxmlformats.org/officeDocument/2006/relationships/hyperlink" Target="https://doi.org/10.1038/s43247-025-03127-x" TargetMode="External"/><Relationship Id="rId5" Type="http://schemas.openxmlformats.org/officeDocument/2006/relationships/hyperlink" Target="https://doi.org/10.1038/s43247-025-03127-x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github.com/NASA-IMPACT/Prithvi-EO-2.0" TargetMode="External"/><Relationship Id="rId4" Type="http://schemas.openxmlformats.org/officeDocument/2006/relationships/hyperlink" Target="https://clay-foundation.github.io/model" TargetMode="External"/><Relationship Id="rId5" Type="http://schemas.openxmlformats.org/officeDocument/2006/relationships/hyperlink" Target="https://hls.gsfc.nasa.gov/" TargetMode="External"/><Relationship Id="rId6" Type="http://schemas.openxmlformats.org/officeDocument/2006/relationships/hyperlink" Target="https://urs.earthdata.nasa.gov/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1"/>
          <p:cNvSpPr txBox="1"/>
          <p:nvPr>
            <p:ph type="title"/>
          </p:nvPr>
        </p:nvSpPr>
        <p:spPr>
          <a:xfrm>
            <a:off x="457200" y="1400700"/>
            <a:ext cx="69939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</a:pPr>
            <a:r>
              <a:rPr lang="en"/>
              <a:t>Evaluating Foundation Models Trained with Earth Observation Data</a:t>
            </a:r>
            <a:endParaRPr/>
          </a:p>
        </p:txBody>
      </p:sp>
      <p:sp>
        <p:nvSpPr>
          <p:cNvPr id="1093" name="Google Shape;1093;p1"/>
          <p:cNvSpPr txBox="1"/>
          <p:nvPr>
            <p:ph idx="1" type="subTitle"/>
          </p:nvPr>
        </p:nvSpPr>
        <p:spPr>
          <a:xfrm>
            <a:off x="615625" y="4398560"/>
            <a:ext cx="48528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>
                <a:solidFill>
                  <a:srgbClr val="443F3F"/>
                </a:solidFill>
                <a:highlight>
                  <a:schemeClr val="lt1"/>
                </a:highlight>
              </a:rPr>
              <a:t>Lillianne Thomas</a:t>
            </a:r>
            <a:endParaRPr>
              <a:solidFill>
                <a:srgbClr val="443F3F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>
                <a:solidFill>
                  <a:srgbClr val="443F3F"/>
                </a:solidFill>
                <a:highlight>
                  <a:schemeClr val="lt1"/>
                </a:highlight>
              </a:rPr>
              <a:t>Wei Ji Leong</a:t>
            </a:r>
            <a:endParaRPr>
              <a:solidFill>
                <a:srgbClr val="443F3F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>
                <a:solidFill>
                  <a:srgbClr val="443F3F"/>
                </a:solidFill>
                <a:highlight>
                  <a:schemeClr val="lt1"/>
                </a:highlight>
              </a:rPr>
              <a:t>Daniel Wiesmann</a:t>
            </a:r>
            <a:endParaRPr>
              <a:solidFill>
                <a:srgbClr val="443F3F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>
                <a:solidFill>
                  <a:srgbClr val="443F3F"/>
                </a:solidFill>
                <a:highlight>
                  <a:schemeClr val="lt1"/>
                </a:highlight>
              </a:rPr>
              <a:t>Soumya Ranjan</a:t>
            </a:r>
            <a:endParaRPr>
              <a:solidFill>
                <a:srgbClr val="443F3F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2"/>
          <p:cNvSpPr txBox="1"/>
          <p:nvPr>
            <p:ph idx="2" type="title"/>
          </p:nvPr>
        </p:nvSpPr>
        <p:spPr>
          <a:xfrm>
            <a:off x="413098" y="1487400"/>
            <a:ext cx="63816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Evaluating Foundation Models Trained with Earth Observation Data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099" name="Google Shape;1099;p2"/>
          <p:cNvSpPr txBox="1"/>
          <p:nvPr>
            <p:ph idx="1" type="body"/>
          </p:nvPr>
        </p:nvSpPr>
        <p:spPr>
          <a:xfrm>
            <a:off x="457200" y="3124200"/>
            <a:ext cx="51216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Topics Covered</a:t>
            </a:r>
            <a:endParaRPr b="1"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What are Earth Observation Foundation Models?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Hands-on with Prithvi and Clay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Flood detection case study: 2022 Pakistan floods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3"/>
          <p:cNvSpPr txBox="1"/>
          <p:nvPr>
            <p:ph idx="2" type="title"/>
          </p:nvPr>
        </p:nvSpPr>
        <p:spPr>
          <a:xfrm>
            <a:off x="457210" y="189732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Learning Objectives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105" name="Google Shape;1105;p3"/>
          <p:cNvSpPr txBox="1"/>
          <p:nvPr>
            <p:ph idx="1" type="body"/>
          </p:nvPr>
        </p:nvSpPr>
        <p:spPr>
          <a:xfrm>
            <a:off x="457200" y="2895600"/>
            <a:ext cx="57021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600">
                <a:solidFill>
                  <a:schemeClr val="dk1"/>
                </a:solidFill>
                <a:highlight>
                  <a:schemeClr val="lt1"/>
                </a:highlight>
              </a:rPr>
              <a:t>By the end of this chapter, you will be able to:</a:t>
            </a:r>
            <a:endParaRPr b="1"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Explain what foundation models are and how they work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Use pre-trained EOFMs (Prithvi, Clay) to generate embeddings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Analyze embeddings using PCA and t-SNE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Train a classifier on top of foundation model embeddings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Compare different foundation models for the same task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600"/>
              </a:spcAft>
              <a:buSzPts val="12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4"/>
          <p:cNvSpPr txBox="1"/>
          <p:nvPr>
            <p:ph idx="2" type="title"/>
          </p:nvPr>
        </p:nvSpPr>
        <p:spPr>
          <a:xfrm>
            <a:off x="457210" y="1146000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is a Foundation Model?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111" name="Google Shape;1111;p4"/>
          <p:cNvSpPr txBox="1"/>
          <p:nvPr>
            <p:ph idx="1" type="body"/>
          </p:nvPr>
        </p:nvSpPr>
        <p:spPr>
          <a:xfrm>
            <a:off x="657550" y="2171700"/>
            <a:ext cx="5702100" cy="46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Definition: Large-scale ML models pre-trained on vast amounts of remote sensing data to learn general-purpose representations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Key Characteristics: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Pre-trained on diverse satellite imagery (optical, radar) or location attributes (elevation)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Learn without human-annotated labels (self-supervised)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Can be adapted to many downstream tasks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Reduce time and cost of developing specialized applications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Examples: Prithvi, Clay, DOFA, Presto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1112" name="Google Shape;111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7625" y="506337"/>
            <a:ext cx="5325877" cy="584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5"/>
          <p:cNvSpPr txBox="1"/>
          <p:nvPr>
            <p:ph idx="2" type="title"/>
          </p:nvPr>
        </p:nvSpPr>
        <p:spPr>
          <a:xfrm>
            <a:off x="457210" y="1146000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How Foundation Models Learn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118" name="Google Shape;1118;p5"/>
          <p:cNvSpPr txBox="1"/>
          <p:nvPr>
            <p:ph idx="1" type="body"/>
          </p:nvPr>
        </p:nvSpPr>
        <p:spPr>
          <a:xfrm>
            <a:off x="751425" y="1932925"/>
            <a:ext cx="11283000" cy="45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Common Approaches: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Masked Reconstruction — Hide parts of image, predict missing content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Contrastive Learning — Distinguish similar vs. dissimilar pairs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Generative Methods — Learn to synthesize input distributions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Key Insight: No labeled data required for pre-training!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grpSp>
        <p:nvGrpSpPr>
          <p:cNvPr id="1119" name="Google Shape;1119;p5"/>
          <p:cNvGrpSpPr/>
          <p:nvPr/>
        </p:nvGrpSpPr>
        <p:grpSpPr>
          <a:xfrm>
            <a:off x="6524451" y="4410297"/>
            <a:ext cx="3053881" cy="2104817"/>
            <a:chOff x="5632331" y="1189758"/>
            <a:chExt cx="3546900" cy="3483067"/>
          </a:xfrm>
        </p:grpSpPr>
        <p:sp>
          <p:nvSpPr>
            <p:cNvPr id="1120" name="Google Shape;1120;p5"/>
            <p:cNvSpPr/>
            <p:nvPr/>
          </p:nvSpPr>
          <p:spPr>
            <a:xfrm>
              <a:off x="5632331" y="1189758"/>
              <a:ext cx="3546900" cy="1129800"/>
            </a:xfrm>
            <a:prstGeom prst="chevron">
              <a:avLst>
                <a:gd fmla="val 50000" name="adj"/>
              </a:avLst>
            </a:prstGeom>
            <a:solidFill>
              <a:srgbClr val="D83729"/>
            </a:solidFill>
            <a:ln>
              <a:noFill/>
            </a:ln>
          </p:spPr>
          <p:txBody>
            <a:bodyPr anchorCtr="0" anchor="ctr" bIns="70850" lIns="70850" spcFirstLastPara="1" rIns="70850" wrap="square" tIns="70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4"/>
                <a:buFont typeface="Arial"/>
                <a:buNone/>
              </a:pPr>
              <a:r>
                <a:rPr b="0" i="0" lang="en" sz="1104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Learned Representations</a:t>
              </a:r>
              <a:endParaRPr b="0" i="0" sz="110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21" name="Google Shape;1121;p5"/>
            <p:cNvSpPr txBox="1"/>
            <p:nvPr/>
          </p:nvSpPr>
          <p:spPr>
            <a:xfrm>
              <a:off x="6167063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850" lIns="70850" spcFirstLastPara="1" rIns="70850" wrap="square" tIns="7085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9"/>
                <a:buFont typeface="Arial"/>
                <a:buNone/>
              </a:pPr>
              <a:r>
                <a:t/>
              </a:r>
              <a:endParaRPr b="0" i="0" sz="929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22" name="Google Shape;1122;p5"/>
          <p:cNvGrpSpPr/>
          <p:nvPr/>
        </p:nvGrpSpPr>
        <p:grpSpPr>
          <a:xfrm>
            <a:off x="1724703" y="4410371"/>
            <a:ext cx="2919546" cy="2104688"/>
            <a:chOff x="-563526" y="1189972"/>
            <a:chExt cx="4110300" cy="3482853"/>
          </a:xfrm>
        </p:grpSpPr>
        <p:sp>
          <p:nvSpPr>
            <p:cNvPr id="1123" name="Google Shape;1123;p5"/>
            <p:cNvSpPr/>
            <p:nvPr/>
          </p:nvSpPr>
          <p:spPr>
            <a:xfrm>
              <a:off x="-563526" y="1189972"/>
              <a:ext cx="4110300" cy="1129800"/>
            </a:xfrm>
            <a:prstGeom prst="homePlate">
              <a:avLst>
                <a:gd fmla="val 50000" name="adj"/>
              </a:avLst>
            </a:prstGeom>
            <a:solidFill>
              <a:srgbClr val="801F17"/>
            </a:solidFill>
            <a:ln>
              <a:noFill/>
            </a:ln>
          </p:spPr>
          <p:txBody>
            <a:bodyPr anchorCtr="0" anchor="ctr" bIns="70850" lIns="70850" spcFirstLastPara="1" rIns="70850" wrap="square" tIns="70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4"/>
                <a:buFont typeface="Arial"/>
                <a:buNone/>
              </a:pPr>
              <a:r>
                <a:rPr b="0" i="0" lang="en" sz="1104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Unlabeled Satellite Imagery</a:t>
              </a:r>
              <a:endParaRPr b="0" i="0" sz="110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24" name="Google Shape;1124;p5"/>
            <p:cNvSpPr txBox="1"/>
            <p:nvPr/>
          </p:nvSpPr>
          <p:spPr>
            <a:xfrm>
              <a:off x="655361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850" lIns="70850" spcFirstLastPara="1" rIns="70850" wrap="square" tIns="7085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9"/>
                <a:buFont typeface="Arial"/>
                <a:buNone/>
              </a:pPr>
              <a:r>
                <a:t/>
              </a:r>
              <a:endParaRPr b="0" i="0" sz="929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25" name="Google Shape;1125;p5"/>
          <p:cNvGrpSpPr/>
          <p:nvPr/>
        </p:nvGrpSpPr>
        <p:grpSpPr>
          <a:xfrm>
            <a:off x="4255206" y="4410223"/>
            <a:ext cx="2747698" cy="2104794"/>
            <a:chOff x="2944219" y="1189797"/>
            <a:chExt cx="3305700" cy="3483028"/>
          </a:xfrm>
        </p:grpSpPr>
        <p:sp>
          <p:nvSpPr>
            <p:cNvPr id="1126" name="Google Shape;1126;p5"/>
            <p:cNvSpPr/>
            <p:nvPr/>
          </p:nvSpPr>
          <p:spPr>
            <a:xfrm>
              <a:off x="2944219" y="1189797"/>
              <a:ext cx="3305700" cy="1129800"/>
            </a:xfrm>
            <a:prstGeom prst="chevron">
              <a:avLst>
                <a:gd fmla="val 50000" name="adj"/>
              </a:avLst>
            </a:prstGeom>
            <a:solidFill>
              <a:srgbClr val="B02B20"/>
            </a:solidFill>
            <a:ln>
              <a:noFill/>
            </a:ln>
          </p:spPr>
          <p:txBody>
            <a:bodyPr anchorCtr="0" anchor="ctr" bIns="70850" lIns="70850" spcFirstLastPara="1" rIns="70850" wrap="square" tIns="70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4"/>
                <a:buFont typeface="Arial"/>
                <a:buNone/>
              </a:pPr>
              <a:r>
                <a:rPr b="0" i="0" lang="en" sz="1104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Pretext Task (e.g., masked reconstruction)</a:t>
              </a:r>
              <a:endParaRPr b="0" i="0" sz="110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27" name="Google Shape;1127;p5"/>
            <p:cNvSpPr txBox="1"/>
            <p:nvPr/>
          </p:nvSpPr>
          <p:spPr>
            <a:xfrm>
              <a:off x="3478949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850" lIns="70850" spcFirstLastPara="1" rIns="70850" wrap="square" tIns="7085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9"/>
                <a:buFont typeface="Arial"/>
                <a:buNone/>
              </a:pPr>
              <a:r>
                <a:t/>
              </a:r>
              <a:endParaRPr b="0" i="0" sz="929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6"/>
          <p:cNvSpPr txBox="1"/>
          <p:nvPr>
            <p:ph idx="2" type="title"/>
          </p:nvPr>
        </p:nvSpPr>
        <p:spPr>
          <a:xfrm>
            <a:off x="457210" y="1146000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How Foundation Models Learn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133" name="Google Shape;1133;p6"/>
          <p:cNvSpPr txBox="1"/>
          <p:nvPr>
            <p:ph idx="1" type="body"/>
          </p:nvPr>
        </p:nvSpPr>
        <p:spPr>
          <a:xfrm>
            <a:off x="751425" y="1932925"/>
            <a:ext cx="11283000" cy="45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How it works: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Divide image into fixed-size patches (e.g., 16×16 pixels)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Treat patches as a sequence of tokens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Apply self-attention to model relationships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Output: embeddings that capture representative features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Note: Vision Transformers (ViTs) are the backbone, not the foundation model itself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grpSp>
        <p:nvGrpSpPr>
          <p:cNvPr id="1134" name="Google Shape;1134;p6"/>
          <p:cNvGrpSpPr/>
          <p:nvPr/>
        </p:nvGrpSpPr>
        <p:grpSpPr>
          <a:xfrm>
            <a:off x="5324989" y="4410348"/>
            <a:ext cx="2560926" cy="2104807"/>
            <a:chOff x="5632317" y="1189775"/>
            <a:chExt cx="3305700" cy="3483050"/>
          </a:xfrm>
        </p:grpSpPr>
        <p:sp>
          <p:nvSpPr>
            <p:cNvPr id="1135" name="Google Shape;1135;p6"/>
            <p:cNvSpPr/>
            <p:nvPr/>
          </p:nvSpPr>
          <p:spPr>
            <a:xfrm>
              <a:off x="5632317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D83729"/>
            </a:solidFill>
            <a:ln>
              <a:noFill/>
            </a:ln>
          </p:spPr>
          <p:txBody>
            <a:bodyPr anchorCtr="0" anchor="ctr" bIns="70850" lIns="70850" spcFirstLastPara="1" rIns="70850" wrap="square" tIns="70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4"/>
                <a:buFont typeface="Arial"/>
                <a:buNone/>
              </a:pPr>
              <a:r>
                <a:rPr b="0" i="0" lang="en" sz="1104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Transformer Encoder</a:t>
              </a:r>
              <a:endParaRPr b="0" i="0" sz="110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36" name="Google Shape;1136;p6"/>
            <p:cNvSpPr txBox="1"/>
            <p:nvPr/>
          </p:nvSpPr>
          <p:spPr>
            <a:xfrm>
              <a:off x="6167063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850" lIns="70850" spcFirstLastPara="1" rIns="70850" wrap="square" tIns="7085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9"/>
                <a:buFont typeface="Arial"/>
                <a:buNone/>
              </a:pPr>
              <a:r>
                <a:t/>
              </a:r>
              <a:endParaRPr b="0" i="0" sz="929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37" name="Google Shape;1137;p6"/>
          <p:cNvGrpSpPr/>
          <p:nvPr/>
        </p:nvGrpSpPr>
        <p:grpSpPr>
          <a:xfrm>
            <a:off x="961638" y="4410423"/>
            <a:ext cx="2747783" cy="2104678"/>
            <a:chOff x="0" y="1189989"/>
            <a:chExt cx="3546900" cy="3482836"/>
          </a:xfrm>
        </p:grpSpPr>
        <p:sp>
          <p:nvSpPr>
            <p:cNvPr id="1138" name="Google Shape;1138;p6"/>
            <p:cNvSpPr/>
            <p:nvPr/>
          </p:nvSpPr>
          <p:spPr>
            <a:xfrm>
              <a:off x="0" y="1189989"/>
              <a:ext cx="3546900" cy="669000"/>
            </a:xfrm>
            <a:prstGeom prst="homePlate">
              <a:avLst>
                <a:gd fmla="val 50000" name="adj"/>
              </a:avLst>
            </a:prstGeom>
            <a:solidFill>
              <a:srgbClr val="801F17"/>
            </a:solidFill>
            <a:ln>
              <a:noFill/>
            </a:ln>
          </p:spPr>
          <p:txBody>
            <a:bodyPr anchorCtr="0" anchor="ctr" bIns="70850" lIns="70850" spcFirstLastPara="1" rIns="70850" wrap="square" tIns="70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4"/>
                <a:buFont typeface="Arial"/>
                <a:buNone/>
              </a:pPr>
              <a:r>
                <a:rPr b="0" i="0" lang="en" sz="1104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Images</a:t>
              </a:r>
              <a:endParaRPr b="0" i="0" sz="110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39" name="Google Shape;1139;p6"/>
            <p:cNvSpPr txBox="1"/>
            <p:nvPr/>
          </p:nvSpPr>
          <p:spPr>
            <a:xfrm>
              <a:off x="655361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850" lIns="70850" spcFirstLastPara="1" rIns="70850" wrap="square" tIns="7085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9"/>
                <a:buFont typeface="Arial"/>
                <a:buNone/>
              </a:pPr>
              <a:r>
                <a:t/>
              </a:r>
              <a:endParaRPr b="0" i="0" sz="929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40" name="Google Shape;1140;p6"/>
          <p:cNvGrpSpPr/>
          <p:nvPr/>
        </p:nvGrpSpPr>
        <p:grpSpPr>
          <a:xfrm>
            <a:off x="3242513" y="4410254"/>
            <a:ext cx="2560926" cy="2104807"/>
            <a:chOff x="2944204" y="1189775"/>
            <a:chExt cx="3305700" cy="3483050"/>
          </a:xfrm>
        </p:grpSpPr>
        <p:sp>
          <p:nvSpPr>
            <p:cNvPr id="1141" name="Google Shape;1141;p6"/>
            <p:cNvSpPr/>
            <p:nvPr/>
          </p:nvSpPr>
          <p:spPr>
            <a:xfrm>
              <a:off x="2944204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B02B20"/>
            </a:solidFill>
            <a:ln>
              <a:noFill/>
            </a:ln>
          </p:spPr>
          <p:txBody>
            <a:bodyPr anchorCtr="0" anchor="ctr" bIns="70850" lIns="70850" spcFirstLastPara="1" rIns="70850" wrap="square" tIns="70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4"/>
                <a:buFont typeface="Arial"/>
                <a:buNone/>
              </a:pPr>
              <a:r>
                <a:rPr b="0" i="0" lang="en" sz="1104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Patch Tokens</a:t>
              </a:r>
              <a:endParaRPr b="0" i="0" sz="110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2" name="Google Shape;1142;p6"/>
            <p:cNvSpPr txBox="1"/>
            <p:nvPr/>
          </p:nvSpPr>
          <p:spPr>
            <a:xfrm>
              <a:off x="3478949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850" lIns="70850" spcFirstLastPara="1" rIns="70850" wrap="square" tIns="7085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9"/>
                <a:buFont typeface="Arial"/>
                <a:buNone/>
              </a:pPr>
              <a:r>
                <a:t/>
              </a:r>
              <a:endParaRPr b="0" i="0" sz="929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43" name="Google Shape;1143;p6"/>
          <p:cNvGrpSpPr/>
          <p:nvPr/>
        </p:nvGrpSpPr>
        <p:grpSpPr>
          <a:xfrm>
            <a:off x="7658889" y="4410248"/>
            <a:ext cx="2560926" cy="2104807"/>
            <a:chOff x="5632317" y="1189775"/>
            <a:chExt cx="3305700" cy="3483050"/>
          </a:xfrm>
        </p:grpSpPr>
        <p:sp>
          <p:nvSpPr>
            <p:cNvPr id="1144" name="Google Shape;1144;p6"/>
            <p:cNvSpPr/>
            <p:nvPr/>
          </p:nvSpPr>
          <p:spPr>
            <a:xfrm>
              <a:off x="5632317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DD7E6B"/>
            </a:solidFill>
            <a:ln>
              <a:noFill/>
            </a:ln>
          </p:spPr>
          <p:txBody>
            <a:bodyPr anchorCtr="0" anchor="ctr" bIns="70850" lIns="70850" spcFirstLastPara="1" rIns="70850" wrap="square" tIns="70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4"/>
                <a:buFont typeface="Arial"/>
                <a:buNone/>
              </a:pPr>
              <a:r>
                <a:rPr b="0" i="0" lang="en" sz="1104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Output Embeddings</a:t>
              </a:r>
              <a:endParaRPr b="0" i="0" sz="110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5" name="Google Shape;1145;p6"/>
            <p:cNvSpPr txBox="1"/>
            <p:nvPr/>
          </p:nvSpPr>
          <p:spPr>
            <a:xfrm>
              <a:off x="6167063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850" lIns="70850" spcFirstLastPara="1" rIns="70850" wrap="square" tIns="7085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9"/>
                <a:buFont typeface="Arial"/>
                <a:buNone/>
              </a:pPr>
              <a:r>
                <a:t/>
              </a:r>
              <a:endParaRPr b="0" i="0" sz="929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7"/>
          <p:cNvSpPr txBox="1"/>
          <p:nvPr>
            <p:ph idx="2" type="title"/>
          </p:nvPr>
        </p:nvSpPr>
        <p:spPr>
          <a:xfrm>
            <a:off x="457210" y="1146000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Why Foundation Models Matter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151" name="Google Shape;1151;p7"/>
          <p:cNvSpPr txBox="1"/>
          <p:nvPr>
            <p:ph idx="1" type="body"/>
          </p:nvPr>
        </p:nvSpPr>
        <p:spPr>
          <a:xfrm>
            <a:off x="657550" y="2171700"/>
            <a:ext cx="5702100" cy="46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graphicFrame>
        <p:nvGraphicFramePr>
          <p:cNvPr id="1152" name="Google Shape;1152;p7"/>
          <p:cNvGraphicFramePr/>
          <p:nvPr/>
        </p:nvGraphicFramePr>
        <p:xfrm>
          <a:off x="952500" y="247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{BE31E26E-706C-4832-B977-FB85FF3386B1}</a:tableStyleId>
              </a:tblPr>
              <a:tblGrid>
                <a:gridCol w="5141975"/>
                <a:gridCol w="51419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" sz="2000" u="none" cap="none" strike="noStrike"/>
                        <a:t>Benefit</a:t>
                      </a:r>
                      <a:endParaRPr b="1" sz="2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" sz="2000" u="none" cap="none" strike="noStrike"/>
                        <a:t>Description</a:t>
                      </a:r>
                      <a:endParaRPr b="1" sz="20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Reduced Training Costs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Fine-tune instead of training from scratch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Faster Development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Ready-to-use features and embeddings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Better with Limited Data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Robust even with small labeled datasets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Scalability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One model → many applications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Democratizing Access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Open-source, no expensive infrastructure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Better Backbones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Trained on EO data, not just RGB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90% with 10% Effort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Competitive results, fraction of the work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8"/>
          <p:cNvSpPr txBox="1"/>
          <p:nvPr>
            <p:ph idx="2" type="title"/>
          </p:nvPr>
        </p:nvSpPr>
        <p:spPr>
          <a:xfrm>
            <a:off x="457210" y="1146000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Limitations &amp; Challenges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158" name="Google Shape;1158;p8"/>
          <p:cNvSpPr txBox="1"/>
          <p:nvPr>
            <p:ph idx="1" type="body"/>
          </p:nvPr>
        </p:nvSpPr>
        <p:spPr>
          <a:xfrm>
            <a:off x="592775" y="1990625"/>
            <a:ext cx="11003400" cy="46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2000">
                <a:solidFill>
                  <a:schemeClr val="dk1"/>
                </a:solidFill>
                <a:highlight>
                  <a:srgbClr val="FFFFFF"/>
                </a:highlight>
              </a:rPr>
              <a:t>Current Limitations</a:t>
            </a:r>
            <a:endParaRPr b="1"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Validation Gaps: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Still relatively new in EO domain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Need more validation across diverse applications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Domain-Specific Challenges: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May struggle with under-represented conditions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Rapidly changing environments (urban areas)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Unique spectral signatures (polar regions)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EO-Specific Complexity: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Diverse sensors, resolutions, wavelengths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Temporal dynamics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Metadata variations (CRS, view angles, providers)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1159" name="Google Shape;11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7000" y="1827164"/>
            <a:ext cx="6174700" cy="3331561"/>
          </a:xfrm>
          <a:prstGeom prst="rect">
            <a:avLst/>
          </a:prstGeom>
          <a:noFill/>
          <a:ln>
            <a:noFill/>
          </a:ln>
        </p:spPr>
      </p:pic>
      <p:sp>
        <p:nvSpPr>
          <p:cNvPr id="1160" name="Google Shape;1160;p8"/>
          <p:cNvSpPr txBox="1"/>
          <p:nvPr/>
        </p:nvSpPr>
        <p:spPr>
          <a:xfrm>
            <a:off x="6359650" y="5369400"/>
            <a:ext cx="52365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279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Marsocci, V., Jia, Y., Bellier, G. L., Kerekes, D., Zeng, L., Hafner, S., Gerard, S., Brune, E., Yadav, R., Shibli, A., Fang, H., Ban, Y., Vergauwen, M., Audebert, N., &amp; Nascetti, A. (2024). </a:t>
            </a:r>
            <a:r>
              <a:rPr b="0" i="1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PANGAEA: A Global and Inclusive Benchmark for Geospatial Foundation Models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(Version 1). arXiv.</a:t>
            </a:r>
            <a:r>
              <a:rPr b="0" i="0" lang="en" sz="1100" u="none" cap="none" strike="noStrike">
                <a:solidFill>
                  <a:schemeClr val="dk1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https://doi.org/10.48550/ARXIV.2412.04204</a:t>
            </a:r>
            <a:endParaRPr b="0" i="0" sz="1100" u="sng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9"/>
          <p:cNvSpPr txBox="1"/>
          <p:nvPr>
            <p:ph idx="2" type="title"/>
          </p:nvPr>
        </p:nvSpPr>
        <p:spPr>
          <a:xfrm>
            <a:off x="457210" y="98757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Case Study Introduction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166" name="Google Shape;1166;p9"/>
          <p:cNvSpPr txBox="1"/>
          <p:nvPr>
            <p:ph idx="1" type="body"/>
          </p:nvPr>
        </p:nvSpPr>
        <p:spPr>
          <a:xfrm>
            <a:off x="592775" y="1828800"/>
            <a:ext cx="11003400" cy="46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2000">
                <a:solidFill>
                  <a:schemeClr val="dk1"/>
                </a:solidFill>
                <a:highlight>
                  <a:srgbClr val="FFFFFF"/>
                </a:highlight>
              </a:rPr>
              <a:t>2022 Pakistan Floods</a:t>
            </a:r>
            <a:endParaRPr b="1"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The </a:t>
            </a:r>
            <a:r>
              <a:rPr lang="en" sz="1600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Disaster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: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Unprecedented monsoon rainfall from</a:t>
            </a:r>
            <a:b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July-August 2022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~33 million people affected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Vast agricultural lands submerged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$30+ billion in damages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Our Study Area: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Padidan, Sindh Province, Pakistan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ighlight>
                  <a:srgbClr val="FFFFFF"/>
                </a:highlight>
                <a:hlinkClick r:id="rId4"/>
              </a:rPr>
              <a:t>One of the most severely impacted regions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Indus River overflow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Our Goal: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Use foundation models to detect and analyze flood conditions from satellite imagery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1167" name="Google Shape;116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30875" y="1096088"/>
            <a:ext cx="6353900" cy="4492424"/>
          </a:xfrm>
          <a:prstGeom prst="rect">
            <a:avLst/>
          </a:prstGeom>
          <a:noFill/>
          <a:ln>
            <a:noFill/>
          </a:ln>
        </p:spPr>
      </p:pic>
      <p:sp>
        <p:nvSpPr>
          <p:cNvPr id="1168" name="Google Shape;1168;p9"/>
          <p:cNvSpPr txBox="1"/>
          <p:nvPr/>
        </p:nvSpPr>
        <p:spPr>
          <a:xfrm>
            <a:off x="5913950" y="5566679"/>
            <a:ext cx="563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Satellite-detected water extent from UNOSAT (https://unosat.org/products/3346)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10"/>
          <p:cNvSpPr txBox="1"/>
          <p:nvPr>
            <p:ph idx="2" type="title"/>
          </p:nvPr>
        </p:nvSpPr>
        <p:spPr>
          <a:xfrm>
            <a:off x="457210" y="98757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Two Models</a:t>
            </a:r>
            <a:endParaRPr/>
          </a:p>
        </p:txBody>
      </p:sp>
      <p:sp>
        <p:nvSpPr>
          <p:cNvPr id="1174" name="Google Shape;1174;p10"/>
          <p:cNvSpPr txBox="1"/>
          <p:nvPr>
            <p:ph idx="1" type="body"/>
          </p:nvPr>
        </p:nvSpPr>
        <p:spPr>
          <a:xfrm>
            <a:off x="592775" y="2887900"/>
            <a:ext cx="11003400" cy="36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graphicFrame>
        <p:nvGraphicFramePr>
          <p:cNvPr id="1175" name="Google Shape;1175;p10"/>
          <p:cNvGraphicFramePr/>
          <p:nvPr/>
        </p:nvGraphicFramePr>
        <p:xfrm>
          <a:off x="952513" y="209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{BE31E26E-706C-4832-B977-FB85FF3386B1}</a:tableStyleId>
              </a:tblPr>
              <a:tblGrid>
                <a:gridCol w="3427975"/>
                <a:gridCol w="3427975"/>
                <a:gridCol w="34279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Feature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Prithvi-EO-2.0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Clay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Developers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NASA + IBM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Clay Foundation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Architecture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ViT + MAE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ViT-based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Training Data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HLS (Harmonised Landsat-Sentinel-2)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Multi-sensor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Input Format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Quadruplets (4 timesteps)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Single Images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Temporal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Built-in temporal modeling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Per-image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Flexibility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HLS-optimized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Variable resolution/sensors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11"/>
          <p:cNvSpPr txBox="1"/>
          <p:nvPr>
            <p:ph idx="2" type="title"/>
          </p:nvPr>
        </p:nvSpPr>
        <p:spPr>
          <a:xfrm>
            <a:off x="457210" y="987575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Prithvi Architecture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181" name="Google Shape;1181;p11"/>
          <p:cNvSpPr txBox="1"/>
          <p:nvPr>
            <p:ph idx="1" type="body"/>
          </p:nvPr>
        </p:nvSpPr>
        <p:spPr>
          <a:xfrm>
            <a:off x="592775" y="2295050"/>
            <a:ext cx="11003400" cy="42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Input: B, C, T, H, W (Bands, Channels, Time, Height, Width) 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Key Features: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Masked Autoencoder (MAE) self-supervised learning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3D patch embeddings for spatiotemporal features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Temporal + spatial embeddings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6 spectral bands: Blue, Green, Red, NIR, SWIR1, SWIR2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1182" name="Google Shape;1182;p11"/>
          <p:cNvSpPr/>
          <p:nvPr/>
        </p:nvSpPr>
        <p:spPr>
          <a:xfrm>
            <a:off x="5257089" y="5270448"/>
            <a:ext cx="2560800" cy="404400"/>
          </a:xfrm>
          <a:prstGeom prst="chevron">
            <a:avLst>
              <a:gd fmla="val 50000" name="adj"/>
            </a:avLst>
          </a:prstGeom>
          <a:solidFill>
            <a:srgbClr val="D83729"/>
          </a:solidFill>
          <a:ln>
            <a:noFill/>
          </a:ln>
        </p:spPr>
        <p:txBody>
          <a:bodyPr anchorCtr="0" anchor="ctr" bIns="70850" lIns="70850" spcFirstLastPara="1" rIns="70850" wrap="square" tIns="70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4"/>
              <a:buFont typeface="Arial"/>
              <a:buNone/>
            </a:pPr>
            <a:r>
              <a:rPr b="0" i="0" lang="en" sz="110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Transformer Encoder</a:t>
            </a:r>
            <a:endParaRPr b="0" i="0" sz="1104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3" name="Google Shape;1183;p11"/>
          <p:cNvSpPr/>
          <p:nvPr/>
        </p:nvSpPr>
        <p:spPr>
          <a:xfrm>
            <a:off x="893738" y="5270523"/>
            <a:ext cx="2747700" cy="404400"/>
          </a:xfrm>
          <a:prstGeom prst="homePlate">
            <a:avLst>
              <a:gd fmla="val 50000" name="adj"/>
            </a:avLst>
          </a:prstGeom>
          <a:solidFill>
            <a:srgbClr val="801F17"/>
          </a:solidFill>
          <a:ln>
            <a:noFill/>
          </a:ln>
        </p:spPr>
        <p:txBody>
          <a:bodyPr anchorCtr="0" anchor="ctr" bIns="70850" lIns="70850" spcFirstLastPara="1" rIns="70850" wrap="square" tIns="70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4"/>
              <a:buFont typeface="Arial"/>
              <a:buNone/>
            </a:pPr>
            <a:r>
              <a:rPr b="0" i="0" lang="en" sz="110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 Images (T=4)</a:t>
            </a:r>
            <a:endParaRPr b="0" i="0" sz="1104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4" name="Google Shape;1184;p11"/>
          <p:cNvSpPr/>
          <p:nvPr/>
        </p:nvSpPr>
        <p:spPr>
          <a:xfrm>
            <a:off x="7590989" y="5270348"/>
            <a:ext cx="2560800" cy="404400"/>
          </a:xfrm>
          <a:prstGeom prst="chevron">
            <a:avLst>
              <a:gd fmla="val 50000" name="adj"/>
            </a:avLst>
          </a:prstGeom>
          <a:solidFill>
            <a:srgbClr val="DD7E6B"/>
          </a:solidFill>
          <a:ln>
            <a:noFill/>
          </a:ln>
        </p:spPr>
        <p:txBody>
          <a:bodyPr anchorCtr="0" anchor="ctr" bIns="70850" lIns="70850" spcFirstLastPara="1" rIns="70850" wrap="square" tIns="70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4"/>
              <a:buFont typeface="Arial"/>
              <a:buNone/>
            </a:pPr>
            <a:r>
              <a:rPr b="0" i="0" lang="en" sz="110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CLS Token</a:t>
            </a:r>
            <a:endParaRPr b="0" i="0" sz="1104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5" name="Google Shape;1185;p11"/>
          <p:cNvSpPr/>
          <p:nvPr/>
        </p:nvSpPr>
        <p:spPr>
          <a:xfrm>
            <a:off x="3174613" y="5270354"/>
            <a:ext cx="2560800" cy="404400"/>
          </a:xfrm>
          <a:prstGeom prst="chevron">
            <a:avLst>
              <a:gd fmla="val 50000" name="adj"/>
            </a:avLst>
          </a:prstGeom>
          <a:solidFill>
            <a:srgbClr val="B02B20"/>
          </a:solidFill>
          <a:ln>
            <a:noFill/>
          </a:ln>
        </p:spPr>
        <p:txBody>
          <a:bodyPr anchorCtr="0" anchor="ctr" bIns="70850" lIns="70850" spcFirstLastPara="1" rIns="70850" wrap="square" tIns="70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4"/>
              <a:buFont typeface="Arial"/>
              <a:buNone/>
            </a:pPr>
            <a:r>
              <a:rPr b="0" i="0" lang="en" sz="110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3D Patch Embedding</a:t>
            </a:r>
            <a:endParaRPr b="0" i="0" sz="1104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86" name="Google Shape;118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0860" y="2005400"/>
            <a:ext cx="5538084" cy="1990249"/>
          </a:xfrm>
          <a:prstGeom prst="rect">
            <a:avLst/>
          </a:prstGeom>
          <a:noFill/>
          <a:ln>
            <a:noFill/>
          </a:ln>
        </p:spPr>
      </p:pic>
      <p:sp>
        <p:nvSpPr>
          <p:cNvPr id="1187" name="Google Shape;1187;p11"/>
          <p:cNvSpPr txBox="1"/>
          <p:nvPr/>
        </p:nvSpPr>
        <p:spPr>
          <a:xfrm>
            <a:off x="6650925" y="3832450"/>
            <a:ext cx="5538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Prithvi Architecture (https://huggingface.co/ibm-nasa-geospatial/Prithvi-EO-2.0-300M)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12"/>
          <p:cNvSpPr txBox="1"/>
          <p:nvPr>
            <p:ph idx="2" type="title"/>
          </p:nvPr>
        </p:nvSpPr>
        <p:spPr>
          <a:xfrm>
            <a:off x="457210" y="1146000"/>
            <a:ext cx="5209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Data Pipeline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193" name="Google Shape;1193;p12"/>
          <p:cNvSpPr txBox="1"/>
          <p:nvPr>
            <p:ph idx="1" type="body"/>
          </p:nvPr>
        </p:nvSpPr>
        <p:spPr>
          <a:xfrm>
            <a:off x="657550" y="2171700"/>
            <a:ext cx="9690600" cy="46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Define Location &amp; Dates → Padidan, Pakistan | June-October 2022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Query STAC Catalog → NASA CMR → HLS S30 Collection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Download Imagery → 22 images, 6 bands, 256×256 pixels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Format for Model → Create quadruplets (overlapping sequences of 4)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Generate Embeddings → 1024-dimensional vectors per quadruplet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13"/>
          <p:cNvSpPr txBox="1"/>
          <p:nvPr>
            <p:ph idx="2" type="title"/>
          </p:nvPr>
        </p:nvSpPr>
        <p:spPr>
          <a:xfrm>
            <a:off x="457198" y="1146000"/>
            <a:ext cx="64731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Visualizing the Flood Progression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199" name="Google Shape;1199;p13"/>
          <p:cNvSpPr txBox="1"/>
          <p:nvPr>
            <p:ph idx="1" type="body"/>
          </p:nvPr>
        </p:nvSpPr>
        <p:spPr>
          <a:xfrm>
            <a:off x="344025" y="2171700"/>
            <a:ext cx="8083500" cy="46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What we see: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Pre-flood: Agricultural fields, dry land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During flood: Dark pixels (likely water inundation)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Post-flood: Gradual recovery, some standing water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1200" name="Google Shape;1200;p13"/>
          <p:cNvSpPr/>
          <p:nvPr/>
        </p:nvSpPr>
        <p:spPr>
          <a:xfrm>
            <a:off x="7027388" y="2171775"/>
            <a:ext cx="4568700" cy="404400"/>
          </a:xfrm>
          <a:prstGeom prst="chevron">
            <a:avLst>
              <a:gd fmla="val 50000" name="adj"/>
            </a:avLst>
          </a:prstGeom>
          <a:solidFill>
            <a:srgbClr val="D83729"/>
          </a:solidFill>
          <a:ln>
            <a:noFill/>
          </a:ln>
        </p:spPr>
        <p:txBody>
          <a:bodyPr anchorCtr="0" anchor="ctr" bIns="70850" lIns="70850" spcFirstLastPara="1" rIns="70850" wrap="square" tIns="70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4"/>
              <a:buFont typeface="Arial"/>
              <a:buNone/>
            </a:pPr>
            <a:r>
              <a:rPr b="0" i="0" lang="en" sz="110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Late August - October  2022: Post-Flood (Recovery), 13 images</a:t>
            </a:r>
            <a:endParaRPr b="0" i="0" sz="1104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1" name="Google Shape;1201;p13"/>
          <p:cNvSpPr/>
          <p:nvPr/>
        </p:nvSpPr>
        <p:spPr>
          <a:xfrm>
            <a:off x="592871" y="2171854"/>
            <a:ext cx="3621000" cy="404400"/>
          </a:xfrm>
          <a:prstGeom prst="homePlate">
            <a:avLst>
              <a:gd fmla="val 50000" name="adj"/>
            </a:avLst>
          </a:prstGeom>
          <a:solidFill>
            <a:srgbClr val="801F17"/>
          </a:solidFill>
          <a:ln>
            <a:noFill/>
          </a:ln>
        </p:spPr>
        <p:txBody>
          <a:bodyPr anchorCtr="0" anchor="ctr" bIns="70850" lIns="70850" spcFirstLastPara="1" rIns="70850" wrap="square" tIns="70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4"/>
              <a:buFont typeface="Arial"/>
              <a:buNone/>
            </a:pPr>
            <a:r>
              <a:rPr b="0" i="0" lang="en" sz="110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June 2022: Pre-Flood (Normal), 5 images </a:t>
            </a:r>
            <a:endParaRPr b="0" i="0" sz="1104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2" name="Google Shape;1202;p13"/>
          <p:cNvSpPr/>
          <p:nvPr/>
        </p:nvSpPr>
        <p:spPr>
          <a:xfrm>
            <a:off x="3902262" y="2171700"/>
            <a:ext cx="3325500" cy="404400"/>
          </a:xfrm>
          <a:prstGeom prst="chevron">
            <a:avLst>
              <a:gd fmla="val 50000" name="adj"/>
            </a:avLst>
          </a:prstGeom>
          <a:solidFill>
            <a:srgbClr val="B02B20"/>
          </a:solidFill>
          <a:ln>
            <a:noFill/>
          </a:ln>
        </p:spPr>
        <p:txBody>
          <a:bodyPr anchorCtr="0" anchor="ctr" bIns="70850" lIns="70850" spcFirstLastPara="1" rIns="70850" wrap="square" tIns="70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4"/>
              <a:buFont typeface="Arial"/>
              <a:buNone/>
            </a:pPr>
            <a:r>
              <a:rPr b="0" i="0" lang="en" sz="110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July-late August 2022: FLOOD, 4 images </a:t>
            </a:r>
            <a:endParaRPr b="0" i="0" sz="1104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03" name="Google Shape;120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4475" y="2918989"/>
            <a:ext cx="5968601" cy="3707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14"/>
          <p:cNvSpPr txBox="1"/>
          <p:nvPr>
            <p:ph idx="2" type="title"/>
          </p:nvPr>
        </p:nvSpPr>
        <p:spPr>
          <a:xfrm>
            <a:off x="457198" y="1146000"/>
            <a:ext cx="64731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Dimensionality Reduction with PCA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209" name="Google Shape;1209;p14"/>
          <p:cNvSpPr txBox="1"/>
          <p:nvPr>
            <p:ph idx="1" type="body"/>
          </p:nvPr>
        </p:nvSpPr>
        <p:spPr>
          <a:xfrm>
            <a:off x="657550" y="2171700"/>
            <a:ext cx="7970400" cy="46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Why PCA?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Embeddings are 1024-dimensional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PCA extracts directions of maximum variance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Project to 1-2 dimensions for visualization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What we expect: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Similar conditions → cluster together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Different conditions → separate in PCA space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15"/>
          <p:cNvSpPr txBox="1"/>
          <p:nvPr>
            <p:ph idx="2" type="title"/>
          </p:nvPr>
        </p:nvSpPr>
        <p:spPr>
          <a:xfrm>
            <a:off x="457198" y="1146000"/>
            <a:ext cx="64731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Quadruplet Embeddings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215" name="Google Shape;1215;p15"/>
          <p:cNvSpPr txBox="1"/>
          <p:nvPr>
            <p:ph idx="1" type="body"/>
          </p:nvPr>
        </p:nvSpPr>
        <p:spPr>
          <a:xfrm>
            <a:off x="657550" y="2171700"/>
            <a:ext cx="7970400" cy="46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FFFFFF"/>
                </a:highlight>
              </a:rPr>
              <a:t>First Approach: CLS Token per Quadruplet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What we do: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Pass each quadruplet through Prithvi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Extract CLS token (summarizes all 4 timesteps)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Get 19 embeddings (one per quadruplet)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Result: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Some separation between flood phases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But... there's a an issue with how are using these embeddings here…it is hard to cluster temporally when a given time step can exist in multiple </a:t>
            </a: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</a:rPr>
              <a:t>quadruplets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1216" name="Google Shape;12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7901" y="1697900"/>
            <a:ext cx="5603800" cy="27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16"/>
          <p:cNvSpPr txBox="1"/>
          <p:nvPr>
            <p:ph idx="2" type="title"/>
          </p:nvPr>
        </p:nvSpPr>
        <p:spPr>
          <a:xfrm>
            <a:off x="457198" y="1146000"/>
            <a:ext cx="64731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Per-timestep Embeddings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222" name="Google Shape;1222;p16"/>
          <p:cNvSpPr txBox="1"/>
          <p:nvPr>
            <p:ph idx="1" type="body"/>
          </p:nvPr>
        </p:nvSpPr>
        <p:spPr>
          <a:xfrm>
            <a:off x="657550" y="2171700"/>
            <a:ext cx="7970400" cy="46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FFFFFF"/>
                </a:highlight>
              </a:rPr>
              <a:t>Cleaner Analysis with Individual Timesteps</a:t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Prithvi outputs: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CLS token (whole sequence summary)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Patch tokens for each timestep ← We want to use these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Extraction: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Embedding shape: (1, num_tokens, dim) → Reshape to: (T, patches_per_timestep, dim) → Average patches: (T, dim) → One embedding per timestep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Result: 22 embeddings, one per image, no mixing!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1223" name="Google Shape;1223;p16" title="Screenshot 2026-03-03 at 4.08.14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7800" y="1828800"/>
            <a:ext cx="3256200" cy="37676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17"/>
          <p:cNvSpPr txBox="1"/>
          <p:nvPr>
            <p:ph idx="2" type="title"/>
          </p:nvPr>
        </p:nvSpPr>
        <p:spPr>
          <a:xfrm>
            <a:off x="457198" y="1146000"/>
            <a:ext cx="64731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PCA Results (Per-Timestep)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229" name="Google Shape;1229;p17"/>
          <p:cNvSpPr txBox="1"/>
          <p:nvPr>
            <p:ph idx="1" type="body"/>
          </p:nvPr>
        </p:nvSpPr>
        <p:spPr>
          <a:xfrm>
            <a:off x="321400" y="3675700"/>
            <a:ext cx="8106300" cy="22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FFFFFF"/>
                </a:highlight>
              </a:rPr>
              <a:t>Fairly Clear Separation of Flood Phases</a:t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PCA Component 1 vs Time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Key Insight: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The model distinguishes flood phases without any labels!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1230" name="Google Shape;12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44601" y="1687775"/>
            <a:ext cx="7028900" cy="348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18"/>
          <p:cNvSpPr txBox="1"/>
          <p:nvPr>
            <p:ph idx="2" type="title"/>
          </p:nvPr>
        </p:nvSpPr>
        <p:spPr>
          <a:xfrm>
            <a:off x="457198" y="1146000"/>
            <a:ext cx="64731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t-SNE Analysis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236" name="Google Shape;1236;p18"/>
          <p:cNvSpPr txBox="1"/>
          <p:nvPr>
            <p:ph idx="1" type="body"/>
          </p:nvPr>
        </p:nvSpPr>
        <p:spPr>
          <a:xfrm>
            <a:off x="344025" y="2362950"/>
            <a:ext cx="8283900" cy="44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Preserving Local Structure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t-SNE vs PCA: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PCA: Linear projection, preserves global variance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t-SNE: Non-linear, preserves local neighborhoods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Results: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Confirms PCA findings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Fairly distinct clusters for each flood phase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1237" name="Google Shape;123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3999" y="1290488"/>
            <a:ext cx="5354101" cy="399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19"/>
          <p:cNvSpPr txBox="1"/>
          <p:nvPr>
            <p:ph idx="2" type="title"/>
          </p:nvPr>
        </p:nvSpPr>
        <p:spPr>
          <a:xfrm>
            <a:off x="457198" y="1146000"/>
            <a:ext cx="64731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Training a Classifier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243" name="Google Shape;1243;p19"/>
          <p:cNvSpPr txBox="1"/>
          <p:nvPr>
            <p:ph idx="1" type="body"/>
          </p:nvPr>
        </p:nvSpPr>
        <p:spPr>
          <a:xfrm>
            <a:off x="657550" y="2453500"/>
            <a:ext cx="7970400" cy="44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FFFFFF"/>
                </a:highlight>
              </a:rPr>
              <a:t>From Embeddings to Predictions</a:t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1. Use per-timestep embeddings as features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2. Assign labels: 0=cloudy, 1=pre-flood, 2=flood, 3=post-flood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3. Partition timesteps into training and testing sets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4. Train simple SVM classifier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Result: Strong classification performance with minimal data!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20"/>
          <p:cNvSpPr txBox="1"/>
          <p:nvPr>
            <p:ph idx="2" type="title"/>
          </p:nvPr>
        </p:nvSpPr>
        <p:spPr>
          <a:xfrm>
            <a:off x="457198" y="1146000"/>
            <a:ext cx="64731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Clay Model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249" name="Google Shape;1249;p20"/>
          <p:cNvSpPr txBox="1"/>
          <p:nvPr>
            <p:ph idx="1" type="body"/>
          </p:nvPr>
        </p:nvSpPr>
        <p:spPr>
          <a:xfrm>
            <a:off x="457200" y="2340325"/>
            <a:ext cx="8170800" cy="45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Key Difference: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Clay processes individual images (not quadruplets)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One image in → one embedding out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No temporal mixing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For clay, embeddings are directly per-timestep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1250" name="Google Shape;1250;p20" title="Screenshot 2026-03-04 at 11.33.30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8775" y="3265800"/>
            <a:ext cx="5725949" cy="2876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21"/>
          <p:cNvSpPr txBox="1"/>
          <p:nvPr>
            <p:ph idx="2" type="title"/>
          </p:nvPr>
        </p:nvSpPr>
        <p:spPr>
          <a:xfrm>
            <a:off x="457198" y="1146000"/>
            <a:ext cx="64731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Clay Results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256" name="Google Shape;1256;p21"/>
          <p:cNvSpPr txBox="1"/>
          <p:nvPr>
            <p:ph idx="1" type="body"/>
          </p:nvPr>
        </p:nvSpPr>
        <p:spPr>
          <a:xfrm>
            <a:off x="457200" y="1996200"/>
            <a:ext cx="7627500" cy="44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FFFFFF"/>
                </a:highlight>
              </a:rPr>
              <a:t>Comparing the Models</a:t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PCA on Clay Embeddings: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Also shows clear flood phase separation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Slightly different clustering pattern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Emphasizes different aspects of the data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FFFFFF"/>
                </a:highlight>
              </a:rPr>
              <a:t>Key Insight:</a:t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Both models capture flood dynamics, but with different learned representations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FFFFFF"/>
                </a:highlight>
              </a:rPr>
              <a:t>Practical Implication:</a:t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Ensemble multiple models for more robust predictions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1257" name="Google Shape;125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0300" y="2911425"/>
            <a:ext cx="5096875" cy="3806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8" name="Google Shape;125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62199" y="152400"/>
            <a:ext cx="5574351" cy="275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22"/>
          <p:cNvSpPr txBox="1"/>
          <p:nvPr>
            <p:ph idx="2" type="title"/>
          </p:nvPr>
        </p:nvSpPr>
        <p:spPr>
          <a:xfrm>
            <a:off x="457198" y="1146000"/>
            <a:ext cx="64731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Model Comparison Summary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264" name="Google Shape;1264;p22"/>
          <p:cNvSpPr txBox="1"/>
          <p:nvPr>
            <p:ph idx="1" type="body"/>
          </p:nvPr>
        </p:nvSpPr>
        <p:spPr>
          <a:xfrm>
            <a:off x="612275" y="1996200"/>
            <a:ext cx="10958100" cy="44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graphicFrame>
        <p:nvGraphicFramePr>
          <p:cNvPr id="1265" name="Google Shape;1265;p22"/>
          <p:cNvGraphicFramePr/>
          <p:nvPr/>
        </p:nvGraphicFramePr>
        <p:xfrm>
          <a:off x="949350" y="2638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{BE31E26E-706C-4832-B977-FB85FF3386B1}</a:tableStyleId>
              </a:tblPr>
              <a:tblGrid>
                <a:gridCol w="3427975"/>
                <a:gridCol w="3427975"/>
                <a:gridCol w="34279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Aspect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</a:rPr>
                        <a:t>Prithvi-EO-2.0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Clay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Input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Quadruplets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Single images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Temporal Context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 timesteps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Per-image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Embedding Extraction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Need to extract per-timestep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Direct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Clustering Quality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Excellent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Excellent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Possibly best for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Temporal analysis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Flexible applications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23"/>
          <p:cNvSpPr txBox="1"/>
          <p:nvPr>
            <p:ph idx="2" type="title"/>
          </p:nvPr>
        </p:nvSpPr>
        <p:spPr>
          <a:xfrm>
            <a:off x="457198" y="1146000"/>
            <a:ext cx="64731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Key Takeaways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271" name="Google Shape;1271;p23"/>
          <p:cNvSpPr txBox="1"/>
          <p:nvPr>
            <p:ph idx="1" type="body"/>
          </p:nvPr>
        </p:nvSpPr>
        <p:spPr>
          <a:xfrm>
            <a:off x="612275" y="2702450"/>
            <a:ext cx="10958100" cy="3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FFFFFF"/>
                </a:highlight>
              </a:rPr>
              <a:t>What We Learned</a:t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Foundation models learn general representations without labels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Self-supervised learning enables training on vast unlabeled data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Embeddings capture meaningful patterns — flood phases cluster naturally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Different models, different strengths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Simple classifiers on top of embeddings achieve strong results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Practical applications are accessible with just a few lines of code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24"/>
          <p:cNvSpPr txBox="1"/>
          <p:nvPr>
            <p:ph idx="2" type="title"/>
          </p:nvPr>
        </p:nvSpPr>
        <p:spPr>
          <a:xfrm>
            <a:off x="457198" y="1146000"/>
            <a:ext cx="64731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Limitations &amp; Future Work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277" name="Google Shape;1277;p24"/>
          <p:cNvSpPr txBox="1"/>
          <p:nvPr>
            <p:ph idx="1" type="body"/>
          </p:nvPr>
        </p:nvSpPr>
        <p:spPr>
          <a:xfrm>
            <a:off x="457200" y="1998075"/>
            <a:ext cx="10754400" cy="3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FFFFFF"/>
                </a:highlight>
              </a:rPr>
              <a:t>What to Keep in Mind</a:t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Current Limitations: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Models may struggle with</a:t>
            </a:r>
            <a:b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under-represented conditions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Need validation across</a:t>
            </a:r>
            <a:b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diverse geographies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Computational requirements</a:t>
            </a:r>
            <a:b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for inference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Future Directions: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Multi-sensor fusion models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Better temporal modeling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Smaller, more efficient architectures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Domain-specific fine-tuning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1278" name="Google Shape;127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3250" y="1998075"/>
            <a:ext cx="7266624" cy="338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9" name="Google Shape;1279;p24"/>
          <p:cNvSpPr txBox="1"/>
          <p:nvPr/>
        </p:nvSpPr>
        <p:spPr>
          <a:xfrm>
            <a:off x="6000763" y="5555100"/>
            <a:ext cx="5405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279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Zhu, X. X., Xiong, Z., Wang, Y., Stewart, A. J., Heidler, K., Wang, Y., Yuan, Z., Dujardin, T., Xu, Q., &amp; Shi, Y. (2026). On the foundations of Earth foundation models. </a:t>
            </a:r>
            <a:r>
              <a:rPr b="0" i="1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Communications Earth &amp; Environment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(1), 103.</a:t>
            </a:r>
            <a:r>
              <a:rPr b="0" i="0" lang="en" sz="1100" u="none" cap="none" strike="noStrike">
                <a:solidFill>
                  <a:schemeClr val="dk1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https://doi.org/10.1038/s43247-025-03127-x</a:t>
            </a:r>
            <a:endParaRPr b="0" i="0" sz="1100" u="sng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25"/>
          <p:cNvSpPr txBox="1"/>
          <p:nvPr>
            <p:ph idx="2" type="title"/>
          </p:nvPr>
        </p:nvSpPr>
        <p:spPr>
          <a:xfrm>
            <a:off x="457198" y="1146000"/>
            <a:ext cx="64731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Resources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285" name="Google Shape;1285;p25"/>
          <p:cNvSpPr txBox="1"/>
          <p:nvPr>
            <p:ph idx="1" type="body"/>
          </p:nvPr>
        </p:nvSpPr>
        <p:spPr>
          <a:xfrm>
            <a:off x="717275" y="2362950"/>
            <a:ext cx="10754400" cy="49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FFFFFF"/>
                </a:highlight>
              </a:rPr>
              <a:t> Learn More</a:t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Models: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Prithvi: </a:t>
            </a:r>
            <a:r>
              <a:rPr lang="en" sz="1800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https://github.com/NASA-IMPACT/Prithvi-EO-2.0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Clay: </a:t>
            </a:r>
            <a:r>
              <a:rPr lang="en" sz="1800" u="sng">
                <a:solidFill>
                  <a:schemeClr val="hlink"/>
                </a:solidFill>
                <a:highlight>
                  <a:srgbClr val="FFFFFF"/>
                </a:highlight>
                <a:hlinkClick r:id="rId4"/>
              </a:rPr>
              <a:t>https://clay-foundation.github.io/model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Data: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HLS: </a:t>
            </a:r>
            <a:r>
              <a:rPr lang="en" sz="1800" u="sng">
                <a:solidFill>
                  <a:schemeClr val="hlink"/>
                </a:solidFill>
                <a:highlight>
                  <a:srgbClr val="FFFFFF"/>
                </a:highlight>
                <a:hlinkClick r:id="rId5"/>
              </a:rPr>
              <a:t>https://hls.gsfc.nasa.gov/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Earth Data Login: </a:t>
            </a:r>
            <a:r>
              <a:rPr lang="en" sz="1800" u="sng">
                <a:solidFill>
                  <a:schemeClr val="hlink"/>
                </a:solidFill>
                <a:highlight>
                  <a:srgbClr val="FFFFFF"/>
                </a:highlight>
                <a:hlinkClick r:id="rId6"/>
              </a:rPr>
              <a:t>https://urs.earthdata.nasa.gov/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26"/>
          <p:cNvSpPr txBox="1"/>
          <p:nvPr>
            <p:ph idx="2" type="title"/>
          </p:nvPr>
        </p:nvSpPr>
        <p:spPr>
          <a:xfrm>
            <a:off x="457198" y="1146000"/>
            <a:ext cx="64731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Try It Yourself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291" name="Google Shape;1291;p26"/>
          <p:cNvSpPr txBox="1"/>
          <p:nvPr>
            <p:ph idx="1" type="body"/>
          </p:nvPr>
        </p:nvSpPr>
        <p:spPr>
          <a:xfrm>
            <a:off x="717275" y="1955550"/>
            <a:ext cx="10754400" cy="54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FFFFFF"/>
                </a:highlight>
              </a:rPr>
              <a:t>Hands-On Exercise</a:t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The notebook includes: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Complete code for both Prithvi and Clay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Data download and preprocessing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Embedding generation and visualization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Classifier training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Experiment with: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Different locations (your own AOI)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Different time periods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Different disaster types (fires, droughts)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Other foundation models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27"/>
          <p:cNvSpPr txBox="1"/>
          <p:nvPr>
            <p:ph idx="2" type="title"/>
          </p:nvPr>
        </p:nvSpPr>
        <p:spPr>
          <a:xfrm>
            <a:off x="457198" y="1146000"/>
            <a:ext cx="64731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Discussion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297" name="Google Shape;1297;p27"/>
          <p:cNvSpPr txBox="1"/>
          <p:nvPr>
            <p:ph idx="1" type="body"/>
          </p:nvPr>
        </p:nvSpPr>
        <p:spPr>
          <a:xfrm>
            <a:off x="717275" y="1955550"/>
            <a:ext cx="10754400" cy="54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Key Questions to Consider: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How would you adapt this workflow for a different disaster type?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What are the trade-offs between Prithvi's temporal modeling and Clay's flexibility?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How might you validate these results with ground truth data?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What other downstream tasks could benefit from these embeddings?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